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87" r:id="rId2"/>
    <p:sldId id="284" r:id="rId3"/>
    <p:sldId id="285" r:id="rId4"/>
    <p:sldId id="286" r:id="rId5"/>
    <p:sldId id="288" r:id="rId6"/>
    <p:sldId id="257" r:id="rId7"/>
    <p:sldId id="263" r:id="rId8"/>
    <p:sldId id="289" r:id="rId9"/>
    <p:sldId id="258" r:id="rId10"/>
    <p:sldId id="259" r:id="rId11"/>
    <p:sldId id="290" r:id="rId12"/>
    <p:sldId id="260" r:id="rId13"/>
    <p:sldId id="261" r:id="rId14"/>
    <p:sldId id="262" r:id="rId15"/>
    <p:sldId id="264" r:id="rId16"/>
    <p:sldId id="265" r:id="rId17"/>
    <p:sldId id="266" r:id="rId18"/>
    <p:sldId id="267" r:id="rId19"/>
    <p:sldId id="268" r:id="rId20"/>
    <p:sldId id="269" r:id="rId21"/>
    <p:sldId id="270" r:id="rId22"/>
    <p:sldId id="272" r:id="rId23"/>
    <p:sldId id="273" r:id="rId24"/>
    <p:sldId id="274" r:id="rId25"/>
    <p:sldId id="275" r:id="rId26"/>
    <p:sldId id="276" r:id="rId27"/>
    <p:sldId id="277" r:id="rId28"/>
    <p:sldId id="278" r:id="rId29"/>
    <p:sldId id="279" r:id="rId30"/>
    <p:sldId id="280" r:id="rId31"/>
    <p:sldId id="29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yuan" userId="2b0d7b0725236551" providerId="LiveId" clId="{9DDC9A22-2E0B-43A8-A239-9381FF24610C}"/>
    <pc:docChg chg="undo custSel addSld delSld modSld sldOrd">
      <pc:chgData name="Xueyuan" userId="2b0d7b0725236551" providerId="LiveId" clId="{9DDC9A22-2E0B-43A8-A239-9381FF24610C}" dt="2020-09-08T15:42:15.885" v="352" actId="1076"/>
      <pc:docMkLst>
        <pc:docMk/>
      </pc:docMkLst>
      <pc:sldChg chg="addSp modSp add del mod">
        <pc:chgData name="Xueyuan" userId="2b0d7b0725236551" providerId="LiveId" clId="{9DDC9A22-2E0B-43A8-A239-9381FF24610C}" dt="2020-09-08T13:54:14.759" v="163" actId="47"/>
        <pc:sldMkLst>
          <pc:docMk/>
          <pc:sldMk cId="0" sldId="256"/>
        </pc:sldMkLst>
        <pc:spChg chg="add mod">
          <ac:chgData name="Xueyuan" userId="2b0d7b0725236551" providerId="LiveId" clId="{9DDC9A22-2E0B-43A8-A239-9381FF24610C}" dt="2020-09-08T13:49:24.414" v="99" actId="1076"/>
          <ac:spMkLst>
            <pc:docMk/>
            <pc:sldMk cId="0" sldId="256"/>
            <ac:spMk id="3" creationId="{1688A05B-0483-495F-90BB-7187F3BA0B7C}"/>
          </ac:spMkLst>
        </pc:spChg>
      </pc:sldChg>
      <pc:sldChg chg="modSp add mod ord">
        <pc:chgData name="Xueyuan" userId="2b0d7b0725236551" providerId="LiveId" clId="{9DDC9A22-2E0B-43A8-A239-9381FF24610C}" dt="2020-09-08T14:07:38.573" v="181"/>
        <pc:sldMkLst>
          <pc:docMk/>
          <pc:sldMk cId="0" sldId="257"/>
        </pc:sldMkLst>
        <pc:spChg chg="mod">
          <ac:chgData name="Xueyuan" userId="2b0d7b0725236551" providerId="LiveId" clId="{9DDC9A22-2E0B-43A8-A239-9381FF24610C}" dt="2020-09-08T13:43:22.400" v="1" actId="27636"/>
          <ac:spMkLst>
            <pc:docMk/>
            <pc:sldMk cId="0" sldId="257"/>
            <ac:spMk id="66" creationId="{00000000-0000-0000-0000-000000000000}"/>
          </ac:spMkLst>
        </pc:spChg>
      </pc:sldChg>
      <pc:sldChg chg="add">
        <pc:chgData name="Xueyuan" userId="2b0d7b0725236551" providerId="LiveId" clId="{9DDC9A22-2E0B-43A8-A239-9381FF24610C}" dt="2020-09-08T13:43:22.324" v="0"/>
        <pc:sldMkLst>
          <pc:docMk/>
          <pc:sldMk cId="0" sldId="258"/>
        </pc:sldMkLst>
      </pc:sldChg>
      <pc:sldChg chg="modSp add mod">
        <pc:chgData name="Xueyuan" userId="2b0d7b0725236551" providerId="LiveId" clId="{9DDC9A22-2E0B-43A8-A239-9381FF24610C}" dt="2020-09-08T14:17:12.257" v="194" actId="27636"/>
        <pc:sldMkLst>
          <pc:docMk/>
          <pc:sldMk cId="0" sldId="259"/>
        </pc:sldMkLst>
        <pc:spChg chg="mod">
          <ac:chgData name="Xueyuan" userId="2b0d7b0725236551" providerId="LiveId" clId="{9DDC9A22-2E0B-43A8-A239-9381FF24610C}" dt="2020-09-08T14:17:12.257" v="194" actId="27636"/>
          <ac:spMkLst>
            <pc:docMk/>
            <pc:sldMk cId="0" sldId="259"/>
            <ac:spMk id="74" creationId="{00000000-0000-0000-0000-000000000000}"/>
          </ac:spMkLst>
        </pc:spChg>
      </pc:sldChg>
      <pc:sldChg chg="add">
        <pc:chgData name="Xueyuan" userId="2b0d7b0725236551" providerId="LiveId" clId="{9DDC9A22-2E0B-43A8-A239-9381FF24610C}" dt="2020-09-08T13:43:22.324" v="0"/>
        <pc:sldMkLst>
          <pc:docMk/>
          <pc:sldMk cId="0" sldId="260"/>
        </pc:sldMkLst>
      </pc:sldChg>
      <pc:sldChg chg="modSp add mod">
        <pc:chgData name="Xueyuan" userId="2b0d7b0725236551" providerId="LiveId" clId="{9DDC9A22-2E0B-43A8-A239-9381FF24610C}" dt="2020-09-08T13:43:22.410" v="3" actId="27636"/>
        <pc:sldMkLst>
          <pc:docMk/>
          <pc:sldMk cId="0" sldId="261"/>
        </pc:sldMkLst>
        <pc:spChg chg="mod">
          <ac:chgData name="Xueyuan" userId="2b0d7b0725236551" providerId="LiveId" clId="{9DDC9A22-2E0B-43A8-A239-9381FF24610C}" dt="2020-09-08T13:43:22.410" v="3" actId="27636"/>
          <ac:spMkLst>
            <pc:docMk/>
            <pc:sldMk cId="0" sldId="261"/>
            <ac:spMk id="82" creationId="{00000000-0000-0000-0000-000000000000}"/>
          </ac:spMkLst>
        </pc:spChg>
      </pc:sldChg>
      <pc:sldChg chg="modSp add mod">
        <pc:chgData name="Xueyuan" userId="2b0d7b0725236551" providerId="LiveId" clId="{9DDC9A22-2E0B-43A8-A239-9381FF24610C}" dt="2020-09-08T13:43:22.417" v="4" actId="27636"/>
        <pc:sldMkLst>
          <pc:docMk/>
          <pc:sldMk cId="0" sldId="262"/>
        </pc:sldMkLst>
        <pc:spChg chg="mod">
          <ac:chgData name="Xueyuan" userId="2b0d7b0725236551" providerId="LiveId" clId="{9DDC9A22-2E0B-43A8-A239-9381FF24610C}" dt="2020-09-08T13:43:22.417" v="4" actId="27636"/>
          <ac:spMkLst>
            <pc:docMk/>
            <pc:sldMk cId="0" sldId="262"/>
            <ac:spMk id="86" creationId="{00000000-0000-0000-0000-000000000000}"/>
          </ac:spMkLst>
        </pc:spChg>
      </pc:sldChg>
      <pc:sldChg chg="delSp modSp add mod">
        <pc:chgData name="Xueyuan" userId="2b0d7b0725236551" providerId="LiveId" clId="{9DDC9A22-2E0B-43A8-A239-9381FF24610C}" dt="2020-09-08T14:08:17.356" v="187" actId="1076"/>
        <pc:sldMkLst>
          <pc:docMk/>
          <pc:sldMk cId="0" sldId="263"/>
        </pc:sldMkLst>
        <pc:spChg chg="del">
          <ac:chgData name="Xueyuan" userId="2b0d7b0725236551" providerId="LiveId" clId="{9DDC9A22-2E0B-43A8-A239-9381FF24610C}" dt="2020-09-08T14:08:02.592" v="185" actId="478"/>
          <ac:spMkLst>
            <pc:docMk/>
            <pc:sldMk cId="0" sldId="263"/>
            <ac:spMk id="4" creationId="{B47EF7C4-FCA7-49A5-B920-C3F00FF76679}"/>
          </ac:spMkLst>
        </pc:spChg>
        <pc:spChg chg="mod">
          <ac:chgData name="Xueyuan" userId="2b0d7b0725236551" providerId="LiveId" clId="{9DDC9A22-2E0B-43A8-A239-9381FF24610C}" dt="2020-09-08T14:08:17.356" v="187" actId="1076"/>
          <ac:spMkLst>
            <pc:docMk/>
            <pc:sldMk cId="0" sldId="263"/>
            <ac:spMk id="7172" creationId="{F7B043BD-24F4-45AE-88B7-69F6744C1FD1}"/>
          </ac:spMkLst>
        </pc:spChg>
        <pc:spChg chg="mod">
          <ac:chgData name="Xueyuan" userId="2b0d7b0725236551" providerId="LiveId" clId="{9DDC9A22-2E0B-43A8-A239-9381FF24610C}" dt="2020-09-08T14:08:05.916" v="186" actId="1076"/>
          <ac:spMkLst>
            <pc:docMk/>
            <pc:sldMk cId="0" sldId="263"/>
            <ac:spMk id="7173" creationId="{21CAFDA6-BDD0-47F8-9FE5-846C749F42A9}"/>
          </ac:spMkLst>
        </pc:spChg>
      </pc:sldChg>
      <pc:sldChg chg="add">
        <pc:chgData name="Xueyuan" userId="2b0d7b0725236551" providerId="LiveId" clId="{9DDC9A22-2E0B-43A8-A239-9381FF24610C}" dt="2020-09-08T13:43:22.324" v="0"/>
        <pc:sldMkLst>
          <pc:docMk/>
          <pc:sldMk cId="0" sldId="264"/>
        </pc:sldMkLst>
      </pc:sldChg>
      <pc:sldChg chg="add">
        <pc:chgData name="Xueyuan" userId="2b0d7b0725236551" providerId="LiveId" clId="{9DDC9A22-2E0B-43A8-A239-9381FF24610C}" dt="2020-09-08T13:43:22.324" v="0"/>
        <pc:sldMkLst>
          <pc:docMk/>
          <pc:sldMk cId="0" sldId="265"/>
        </pc:sldMkLst>
      </pc:sldChg>
      <pc:sldChg chg="modSp add mod">
        <pc:chgData name="Xueyuan" userId="2b0d7b0725236551" providerId="LiveId" clId="{9DDC9A22-2E0B-43A8-A239-9381FF24610C}" dt="2020-09-08T13:43:22.423" v="5" actId="27636"/>
        <pc:sldMkLst>
          <pc:docMk/>
          <pc:sldMk cId="0" sldId="266"/>
        </pc:sldMkLst>
        <pc:spChg chg="mod">
          <ac:chgData name="Xueyuan" userId="2b0d7b0725236551" providerId="LiveId" clId="{9DDC9A22-2E0B-43A8-A239-9381FF24610C}" dt="2020-09-08T13:43:22.423" v="5" actId="27636"/>
          <ac:spMkLst>
            <pc:docMk/>
            <pc:sldMk cId="0" sldId="266"/>
            <ac:spMk id="102" creationId="{00000000-0000-0000-0000-000000000000}"/>
          </ac:spMkLst>
        </pc:spChg>
      </pc:sldChg>
      <pc:sldChg chg="add">
        <pc:chgData name="Xueyuan" userId="2b0d7b0725236551" providerId="LiveId" clId="{9DDC9A22-2E0B-43A8-A239-9381FF24610C}" dt="2020-09-08T13:43:22.324" v="0"/>
        <pc:sldMkLst>
          <pc:docMk/>
          <pc:sldMk cId="0" sldId="267"/>
        </pc:sldMkLst>
      </pc:sldChg>
      <pc:sldChg chg="add">
        <pc:chgData name="Xueyuan" userId="2b0d7b0725236551" providerId="LiveId" clId="{9DDC9A22-2E0B-43A8-A239-9381FF24610C}" dt="2020-09-08T13:43:22.324" v="0"/>
        <pc:sldMkLst>
          <pc:docMk/>
          <pc:sldMk cId="0" sldId="268"/>
        </pc:sldMkLst>
      </pc:sldChg>
      <pc:sldChg chg="add">
        <pc:chgData name="Xueyuan" userId="2b0d7b0725236551" providerId="LiveId" clId="{9DDC9A22-2E0B-43A8-A239-9381FF24610C}" dt="2020-09-08T13:43:22.324" v="0"/>
        <pc:sldMkLst>
          <pc:docMk/>
          <pc:sldMk cId="0" sldId="269"/>
        </pc:sldMkLst>
      </pc:sldChg>
      <pc:sldChg chg="modSp add mod">
        <pc:chgData name="Xueyuan" userId="2b0d7b0725236551" providerId="LiveId" clId="{9DDC9A22-2E0B-43A8-A239-9381FF24610C}" dt="2020-09-08T13:43:22.436" v="6" actId="27636"/>
        <pc:sldMkLst>
          <pc:docMk/>
          <pc:sldMk cId="0" sldId="270"/>
        </pc:sldMkLst>
        <pc:spChg chg="mod">
          <ac:chgData name="Xueyuan" userId="2b0d7b0725236551" providerId="LiveId" clId="{9DDC9A22-2E0B-43A8-A239-9381FF24610C}" dt="2020-09-08T13:43:22.436" v="6" actId="27636"/>
          <ac:spMkLst>
            <pc:docMk/>
            <pc:sldMk cId="0" sldId="270"/>
            <ac:spMk id="118" creationId="{00000000-0000-0000-0000-000000000000}"/>
          </ac:spMkLst>
        </pc:spChg>
      </pc:sldChg>
      <pc:sldChg chg="modSp add mod">
        <pc:chgData name="Xueyuan" userId="2b0d7b0725236551" providerId="LiveId" clId="{9DDC9A22-2E0B-43A8-A239-9381FF24610C}" dt="2020-09-08T13:43:22.445" v="7" actId="27636"/>
        <pc:sldMkLst>
          <pc:docMk/>
          <pc:sldMk cId="0" sldId="272"/>
        </pc:sldMkLst>
        <pc:spChg chg="mod">
          <ac:chgData name="Xueyuan" userId="2b0d7b0725236551" providerId="LiveId" clId="{9DDC9A22-2E0B-43A8-A239-9381FF24610C}" dt="2020-09-08T13:43:22.445" v="7" actId="27636"/>
          <ac:spMkLst>
            <pc:docMk/>
            <pc:sldMk cId="0" sldId="272"/>
            <ac:spMk id="126" creationId="{00000000-0000-0000-0000-000000000000}"/>
          </ac:spMkLst>
        </pc:spChg>
      </pc:sldChg>
      <pc:sldChg chg="add">
        <pc:chgData name="Xueyuan" userId="2b0d7b0725236551" providerId="LiveId" clId="{9DDC9A22-2E0B-43A8-A239-9381FF24610C}" dt="2020-09-08T13:43:22.324" v="0"/>
        <pc:sldMkLst>
          <pc:docMk/>
          <pc:sldMk cId="0" sldId="273"/>
        </pc:sldMkLst>
      </pc:sldChg>
      <pc:sldChg chg="modSp add mod">
        <pc:chgData name="Xueyuan" userId="2b0d7b0725236551" providerId="LiveId" clId="{9DDC9A22-2E0B-43A8-A239-9381FF24610C}" dt="2020-09-08T13:48:11.497" v="11" actId="1076"/>
        <pc:sldMkLst>
          <pc:docMk/>
          <pc:sldMk cId="0" sldId="274"/>
        </pc:sldMkLst>
        <pc:picChg chg="mod">
          <ac:chgData name="Xueyuan" userId="2b0d7b0725236551" providerId="LiveId" clId="{9DDC9A22-2E0B-43A8-A239-9381FF24610C}" dt="2020-09-08T13:48:11.497" v="11" actId="1076"/>
          <ac:picMkLst>
            <pc:docMk/>
            <pc:sldMk cId="0" sldId="274"/>
            <ac:picMk id="3" creationId="{D9B667F7-340F-C645-8E07-E3C650793A3B}"/>
          </ac:picMkLst>
        </pc:picChg>
      </pc:sldChg>
      <pc:sldChg chg="add">
        <pc:chgData name="Xueyuan" userId="2b0d7b0725236551" providerId="LiveId" clId="{9DDC9A22-2E0B-43A8-A239-9381FF24610C}" dt="2020-09-08T13:43:22.324" v="0"/>
        <pc:sldMkLst>
          <pc:docMk/>
          <pc:sldMk cId="0" sldId="275"/>
        </pc:sldMkLst>
      </pc:sldChg>
      <pc:sldChg chg="add">
        <pc:chgData name="Xueyuan" userId="2b0d7b0725236551" providerId="LiveId" clId="{9DDC9A22-2E0B-43A8-A239-9381FF24610C}" dt="2020-09-08T13:43:22.324" v="0"/>
        <pc:sldMkLst>
          <pc:docMk/>
          <pc:sldMk cId="0" sldId="276"/>
        </pc:sldMkLst>
      </pc:sldChg>
      <pc:sldChg chg="modSp add mod">
        <pc:chgData name="Xueyuan" userId="2b0d7b0725236551" providerId="LiveId" clId="{9DDC9A22-2E0B-43A8-A239-9381FF24610C}" dt="2020-09-08T13:43:22.486" v="8" actId="27636"/>
        <pc:sldMkLst>
          <pc:docMk/>
          <pc:sldMk cId="0" sldId="277"/>
        </pc:sldMkLst>
        <pc:spChg chg="mod">
          <ac:chgData name="Xueyuan" userId="2b0d7b0725236551" providerId="LiveId" clId="{9DDC9A22-2E0B-43A8-A239-9381FF24610C}" dt="2020-09-08T13:43:22.486" v="8" actId="27636"/>
          <ac:spMkLst>
            <pc:docMk/>
            <pc:sldMk cId="0" sldId="277"/>
            <ac:spMk id="146" creationId="{00000000-0000-0000-0000-000000000000}"/>
          </ac:spMkLst>
        </pc:spChg>
      </pc:sldChg>
      <pc:sldChg chg="modSp add mod">
        <pc:chgData name="Xueyuan" userId="2b0d7b0725236551" providerId="LiveId" clId="{9DDC9A22-2E0B-43A8-A239-9381FF24610C}" dt="2020-09-08T13:43:22.494" v="9" actId="27636"/>
        <pc:sldMkLst>
          <pc:docMk/>
          <pc:sldMk cId="0" sldId="278"/>
        </pc:sldMkLst>
        <pc:spChg chg="mod">
          <ac:chgData name="Xueyuan" userId="2b0d7b0725236551" providerId="LiveId" clId="{9DDC9A22-2E0B-43A8-A239-9381FF24610C}" dt="2020-09-08T13:43:22.494" v="9" actId="27636"/>
          <ac:spMkLst>
            <pc:docMk/>
            <pc:sldMk cId="0" sldId="278"/>
            <ac:spMk id="150" creationId="{00000000-0000-0000-0000-000000000000}"/>
          </ac:spMkLst>
        </pc:spChg>
      </pc:sldChg>
      <pc:sldChg chg="modSp add mod">
        <pc:chgData name="Xueyuan" userId="2b0d7b0725236551" providerId="LiveId" clId="{9DDC9A22-2E0B-43A8-A239-9381FF24610C}" dt="2020-09-08T13:43:22.501" v="10" actId="27636"/>
        <pc:sldMkLst>
          <pc:docMk/>
          <pc:sldMk cId="0" sldId="279"/>
        </pc:sldMkLst>
        <pc:spChg chg="mod">
          <ac:chgData name="Xueyuan" userId="2b0d7b0725236551" providerId="LiveId" clId="{9DDC9A22-2E0B-43A8-A239-9381FF24610C}" dt="2020-09-08T13:43:22.501" v="10" actId="27636"/>
          <ac:spMkLst>
            <pc:docMk/>
            <pc:sldMk cId="0" sldId="279"/>
            <ac:spMk id="154" creationId="{00000000-0000-0000-0000-000000000000}"/>
          </ac:spMkLst>
        </pc:spChg>
      </pc:sldChg>
      <pc:sldChg chg="add">
        <pc:chgData name="Xueyuan" userId="2b0d7b0725236551" providerId="LiveId" clId="{9DDC9A22-2E0B-43A8-A239-9381FF24610C}" dt="2020-09-08T13:43:22.324" v="0"/>
        <pc:sldMkLst>
          <pc:docMk/>
          <pc:sldMk cId="0" sldId="280"/>
        </pc:sldMkLst>
      </pc:sldChg>
      <pc:sldChg chg="add del">
        <pc:chgData name="Xueyuan" userId="2b0d7b0725236551" providerId="LiveId" clId="{9DDC9A22-2E0B-43A8-A239-9381FF24610C}" dt="2020-09-08T13:51:18.005" v="101" actId="47"/>
        <pc:sldMkLst>
          <pc:docMk/>
          <pc:sldMk cId="2012614704" sldId="283"/>
        </pc:sldMkLst>
      </pc:sldChg>
      <pc:sldChg chg="addSp delSp modSp add mod">
        <pc:chgData name="Xueyuan" userId="2b0d7b0725236551" providerId="LiveId" clId="{9DDC9A22-2E0B-43A8-A239-9381FF24610C}" dt="2020-09-08T13:53:44.163" v="152" actId="20577"/>
        <pc:sldMkLst>
          <pc:docMk/>
          <pc:sldMk cId="43382408" sldId="284"/>
        </pc:sldMkLst>
        <pc:spChg chg="mod">
          <ac:chgData name="Xueyuan" userId="2b0d7b0725236551" providerId="LiveId" clId="{9DDC9A22-2E0B-43A8-A239-9381FF24610C}" dt="2020-09-08T13:53:44.163" v="152" actId="20577"/>
          <ac:spMkLst>
            <pc:docMk/>
            <pc:sldMk cId="43382408" sldId="284"/>
            <ac:spMk id="3" creationId="{7B07DAC3-E73E-4A40-A122-E6EB789F7B43}"/>
          </ac:spMkLst>
        </pc:spChg>
        <pc:picChg chg="del">
          <ac:chgData name="Xueyuan" userId="2b0d7b0725236551" providerId="LiveId" clId="{9DDC9A22-2E0B-43A8-A239-9381FF24610C}" dt="2020-09-08T13:53:08.142" v="104" actId="478"/>
          <ac:picMkLst>
            <pc:docMk/>
            <pc:sldMk cId="43382408" sldId="284"/>
            <ac:picMk id="5" creationId="{1985ED98-12A0-4E26-9F80-2A458756F221}"/>
          </ac:picMkLst>
        </pc:picChg>
        <pc:picChg chg="add mod">
          <ac:chgData name="Xueyuan" userId="2b0d7b0725236551" providerId="LiveId" clId="{9DDC9A22-2E0B-43A8-A239-9381FF24610C}" dt="2020-09-08T13:53:11.621" v="106" actId="1076"/>
          <ac:picMkLst>
            <pc:docMk/>
            <pc:sldMk cId="43382408" sldId="284"/>
            <ac:picMk id="6" creationId="{F721C4B2-30AF-4E76-A4E6-53861EDE2C1C}"/>
          </ac:picMkLst>
        </pc:picChg>
      </pc:sldChg>
      <pc:sldChg chg="modSp add mod">
        <pc:chgData name="Xueyuan" userId="2b0d7b0725236551" providerId="LiveId" clId="{9DDC9A22-2E0B-43A8-A239-9381FF24610C}" dt="2020-09-08T15:42:15.885" v="352" actId="1076"/>
        <pc:sldMkLst>
          <pc:docMk/>
          <pc:sldMk cId="850892659" sldId="285"/>
        </pc:sldMkLst>
        <pc:graphicFrameChg chg="mod modGraphic">
          <ac:chgData name="Xueyuan" userId="2b0d7b0725236551" providerId="LiveId" clId="{9DDC9A22-2E0B-43A8-A239-9381FF24610C}" dt="2020-09-08T15:42:15.885" v="352" actId="1076"/>
          <ac:graphicFrameMkLst>
            <pc:docMk/>
            <pc:sldMk cId="850892659" sldId="285"/>
            <ac:graphicFrameMk id="4" creationId="{9FAEFA13-94F7-40BF-BB5C-799E004DA8C8}"/>
          </ac:graphicFrameMkLst>
        </pc:graphicFrameChg>
      </pc:sldChg>
      <pc:sldChg chg="add">
        <pc:chgData name="Xueyuan" userId="2b0d7b0725236551" providerId="LiveId" clId="{9DDC9A22-2E0B-43A8-A239-9381FF24610C}" dt="2020-09-08T13:51:15.612" v="100"/>
        <pc:sldMkLst>
          <pc:docMk/>
          <pc:sldMk cId="407131998" sldId="286"/>
        </pc:sldMkLst>
      </pc:sldChg>
      <pc:sldChg chg="addSp delSp modSp new mod ord">
        <pc:chgData name="Xueyuan" userId="2b0d7b0725236551" providerId="LiveId" clId="{9DDC9A22-2E0B-43A8-A239-9381FF24610C}" dt="2020-09-08T13:54:12.144" v="162"/>
        <pc:sldMkLst>
          <pc:docMk/>
          <pc:sldMk cId="1981319095" sldId="287"/>
        </pc:sldMkLst>
        <pc:spChg chg="del">
          <ac:chgData name="Xueyuan" userId="2b0d7b0725236551" providerId="LiveId" clId="{9DDC9A22-2E0B-43A8-A239-9381FF24610C}" dt="2020-09-08T13:54:08.312" v="160" actId="478"/>
          <ac:spMkLst>
            <pc:docMk/>
            <pc:sldMk cId="1981319095" sldId="287"/>
            <ac:spMk id="2" creationId="{22FEF177-6335-47E3-BDCD-8A5052F94A3C}"/>
          </ac:spMkLst>
        </pc:spChg>
        <pc:spChg chg="del">
          <ac:chgData name="Xueyuan" userId="2b0d7b0725236551" providerId="LiveId" clId="{9DDC9A22-2E0B-43A8-A239-9381FF24610C}" dt="2020-09-08T13:54:09.100" v="161" actId="478"/>
          <ac:spMkLst>
            <pc:docMk/>
            <pc:sldMk cId="1981319095" sldId="287"/>
            <ac:spMk id="3" creationId="{B67FE7DF-BB28-44CD-8D98-D5C4D77B3EDB}"/>
          </ac:spMkLst>
        </pc:spChg>
        <pc:spChg chg="add mod">
          <ac:chgData name="Xueyuan" userId="2b0d7b0725236551" providerId="LiveId" clId="{9DDC9A22-2E0B-43A8-A239-9381FF24610C}" dt="2020-09-08T13:54:12.144" v="162"/>
          <ac:spMkLst>
            <pc:docMk/>
            <pc:sldMk cId="1981319095" sldId="287"/>
            <ac:spMk id="4" creationId="{18FBC18F-4748-4749-973F-802EB21429BF}"/>
          </ac:spMkLst>
        </pc:spChg>
        <pc:spChg chg="add mod">
          <ac:chgData name="Xueyuan" userId="2b0d7b0725236551" providerId="LiveId" clId="{9DDC9A22-2E0B-43A8-A239-9381FF24610C}" dt="2020-09-08T13:54:12.144" v="162"/>
          <ac:spMkLst>
            <pc:docMk/>
            <pc:sldMk cId="1981319095" sldId="287"/>
            <ac:spMk id="5" creationId="{50704804-943A-4E6D-B31F-64902C0BC603}"/>
          </ac:spMkLst>
        </pc:spChg>
      </pc:sldChg>
      <pc:sldChg chg="addSp delSp modSp new del">
        <pc:chgData name="Xueyuan" userId="2b0d7b0725236551" providerId="LiveId" clId="{9DDC9A22-2E0B-43A8-A239-9381FF24610C}" dt="2020-09-08T13:54:01.464" v="156" actId="680"/>
        <pc:sldMkLst>
          <pc:docMk/>
          <pc:sldMk cId="2991329796" sldId="287"/>
        </pc:sldMkLst>
        <pc:spChg chg="add del mod">
          <ac:chgData name="Xueyuan" userId="2b0d7b0725236551" providerId="LiveId" clId="{9DDC9A22-2E0B-43A8-A239-9381FF24610C}" dt="2020-09-08T13:54:01.181" v="155"/>
          <ac:spMkLst>
            <pc:docMk/>
            <pc:sldMk cId="2991329796" sldId="287"/>
            <ac:spMk id="3" creationId="{515D5054-BC61-417E-ADC1-1F75F8E2F730}"/>
          </ac:spMkLst>
        </pc:spChg>
        <pc:spChg chg="add del mod">
          <ac:chgData name="Xueyuan" userId="2b0d7b0725236551" providerId="LiveId" clId="{9DDC9A22-2E0B-43A8-A239-9381FF24610C}" dt="2020-09-08T13:54:01.181" v="155"/>
          <ac:spMkLst>
            <pc:docMk/>
            <pc:sldMk cId="2991329796" sldId="287"/>
            <ac:spMk id="4" creationId="{DAC2F75C-DD97-40F5-912C-6A3D2C0F8FDB}"/>
          </ac:spMkLst>
        </pc:spChg>
      </pc:sldChg>
      <pc:sldChg chg="modSp new mod">
        <pc:chgData name="Xueyuan" userId="2b0d7b0725236551" providerId="LiveId" clId="{9DDC9A22-2E0B-43A8-A239-9381FF24610C}" dt="2020-09-08T14:04:49.769" v="174" actId="20577"/>
        <pc:sldMkLst>
          <pc:docMk/>
          <pc:sldMk cId="3769546588" sldId="288"/>
        </pc:sldMkLst>
        <pc:spChg chg="mod">
          <ac:chgData name="Xueyuan" userId="2b0d7b0725236551" providerId="LiveId" clId="{9DDC9A22-2E0B-43A8-A239-9381FF24610C}" dt="2020-09-08T14:04:33.057" v="165"/>
          <ac:spMkLst>
            <pc:docMk/>
            <pc:sldMk cId="3769546588" sldId="288"/>
            <ac:spMk id="2" creationId="{40111532-664E-41B3-A66C-8AD4458A01E5}"/>
          </ac:spMkLst>
        </pc:spChg>
        <pc:spChg chg="mod">
          <ac:chgData name="Xueyuan" userId="2b0d7b0725236551" providerId="LiveId" clId="{9DDC9A22-2E0B-43A8-A239-9381FF24610C}" dt="2020-09-08T14:04:49.769" v="174" actId="20577"/>
          <ac:spMkLst>
            <pc:docMk/>
            <pc:sldMk cId="3769546588" sldId="288"/>
            <ac:spMk id="3" creationId="{88863055-B26E-454F-8524-6669B3DA59CB}"/>
          </ac:spMkLst>
        </pc:spChg>
      </pc:sldChg>
      <pc:sldChg chg="addSp delSp modSp new mod">
        <pc:chgData name="Xueyuan" userId="2b0d7b0725236551" providerId="LiveId" clId="{9DDC9A22-2E0B-43A8-A239-9381FF24610C}" dt="2020-09-08T14:05:19.956" v="179" actId="1076"/>
        <pc:sldMkLst>
          <pc:docMk/>
          <pc:sldMk cId="444687271" sldId="289"/>
        </pc:sldMkLst>
        <pc:spChg chg="mod">
          <ac:chgData name="Xueyuan" userId="2b0d7b0725236551" providerId="LiveId" clId="{9DDC9A22-2E0B-43A8-A239-9381FF24610C}" dt="2020-09-08T14:05:09.992" v="176"/>
          <ac:spMkLst>
            <pc:docMk/>
            <pc:sldMk cId="444687271" sldId="289"/>
            <ac:spMk id="2" creationId="{17336685-B0AD-46C7-9D3D-E4D2831DEA07}"/>
          </ac:spMkLst>
        </pc:spChg>
        <pc:spChg chg="del">
          <ac:chgData name="Xueyuan" userId="2b0d7b0725236551" providerId="LiveId" clId="{9DDC9A22-2E0B-43A8-A239-9381FF24610C}" dt="2020-09-08T14:05:13.910" v="177" actId="478"/>
          <ac:spMkLst>
            <pc:docMk/>
            <pc:sldMk cId="444687271" sldId="289"/>
            <ac:spMk id="3" creationId="{609C6913-9C94-40F8-8312-C890A2A29DC1}"/>
          </ac:spMkLst>
        </pc:spChg>
        <pc:picChg chg="add mod">
          <ac:chgData name="Xueyuan" userId="2b0d7b0725236551" providerId="LiveId" clId="{9DDC9A22-2E0B-43A8-A239-9381FF24610C}" dt="2020-09-08T14:05:19.956" v="179" actId="1076"/>
          <ac:picMkLst>
            <pc:docMk/>
            <pc:sldMk cId="444687271" sldId="289"/>
            <ac:picMk id="5" creationId="{85891B06-EDD3-4E83-AABC-0E2785DE78F1}"/>
          </ac:picMkLst>
        </pc:picChg>
      </pc:sldChg>
      <pc:sldChg chg="modSp new mod">
        <pc:chgData name="Xueyuan" userId="2b0d7b0725236551" providerId="LiveId" clId="{9DDC9A22-2E0B-43A8-A239-9381FF24610C}" dt="2020-09-08T14:11:30.558" v="191"/>
        <pc:sldMkLst>
          <pc:docMk/>
          <pc:sldMk cId="2178044268" sldId="290"/>
        </pc:sldMkLst>
        <pc:spChg chg="mod">
          <ac:chgData name="Xueyuan" userId="2b0d7b0725236551" providerId="LiveId" clId="{9DDC9A22-2E0B-43A8-A239-9381FF24610C}" dt="2020-09-08T14:11:30.558" v="191"/>
          <ac:spMkLst>
            <pc:docMk/>
            <pc:sldMk cId="2178044268" sldId="290"/>
            <ac:spMk id="2" creationId="{3CD6359B-9A25-4B4A-919F-4BC190294A68}"/>
          </ac:spMkLst>
        </pc:spChg>
        <pc:spChg chg="mod">
          <ac:chgData name="Xueyuan" userId="2b0d7b0725236551" providerId="LiveId" clId="{9DDC9A22-2E0B-43A8-A239-9381FF24610C}" dt="2020-09-08T14:11:22.336" v="189"/>
          <ac:spMkLst>
            <pc:docMk/>
            <pc:sldMk cId="2178044268" sldId="290"/>
            <ac:spMk id="3" creationId="{E80E9BF0-1C22-40B3-BBC8-CF0B8D46DCA7}"/>
          </ac:spMkLst>
        </pc:spChg>
      </pc:sldChg>
      <pc:sldChg chg="delSp modSp new mod">
        <pc:chgData name="Xueyuan" userId="2b0d7b0725236551" providerId="LiveId" clId="{9DDC9A22-2E0B-43A8-A239-9381FF24610C}" dt="2020-09-08T15:24:37.376" v="209" actId="1076"/>
        <pc:sldMkLst>
          <pc:docMk/>
          <pc:sldMk cId="2582861866" sldId="291"/>
        </pc:sldMkLst>
        <pc:spChg chg="del">
          <ac:chgData name="Xueyuan" userId="2b0d7b0725236551" providerId="LiveId" clId="{9DDC9A22-2E0B-43A8-A239-9381FF24610C}" dt="2020-09-08T15:24:32.320" v="208" actId="478"/>
          <ac:spMkLst>
            <pc:docMk/>
            <pc:sldMk cId="2582861866" sldId="291"/>
            <ac:spMk id="2" creationId="{FA15F8B4-1AAB-43A1-8F7F-C4638C7DBBE4}"/>
          </ac:spMkLst>
        </pc:spChg>
        <pc:spChg chg="mod">
          <ac:chgData name="Xueyuan" userId="2b0d7b0725236551" providerId="LiveId" clId="{9DDC9A22-2E0B-43A8-A239-9381FF24610C}" dt="2020-09-08T15:24:37.376" v="209" actId="1076"/>
          <ac:spMkLst>
            <pc:docMk/>
            <pc:sldMk cId="2582861866" sldId="291"/>
            <ac:spMk id="3" creationId="{2E90ABC9-12C1-42EF-98A9-17018DEE24FA}"/>
          </ac:spMkLst>
        </pc:spChg>
      </pc:sldChg>
      <pc:sldMasterChg chg="delSldLayout">
        <pc:chgData name="Xueyuan" userId="2b0d7b0725236551" providerId="LiveId" clId="{9DDC9A22-2E0B-43A8-A239-9381FF24610C}" dt="2020-09-08T13:54:14.759" v="163" actId="47"/>
        <pc:sldMasterMkLst>
          <pc:docMk/>
          <pc:sldMasterMk cId="78268614" sldId="2147483648"/>
        </pc:sldMasterMkLst>
        <pc:sldLayoutChg chg="del">
          <pc:chgData name="Xueyuan" userId="2b0d7b0725236551" providerId="LiveId" clId="{9DDC9A22-2E0B-43A8-A239-9381FF24610C}" dt="2020-09-08T13:54:14.759" v="163" actId="47"/>
          <pc:sldLayoutMkLst>
            <pc:docMk/>
            <pc:sldMasterMk cId="78268614" sldId="2147483648"/>
            <pc:sldLayoutMk cId="3260688025"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17ACC8-DBBF-466A-AD4C-CAAC6D8187D9}" type="datetimeFigureOut">
              <a:rPr lang="en-US" smtClean="0"/>
              <a:t>9/8/2020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B39C27-C89E-4C66-89F7-2A9267BE8548}" type="slidenum">
              <a:rPr lang="en-US" smtClean="0"/>
              <a:t>‹#›</a:t>
            </a:fld>
            <a:endParaRPr lang="en-US"/>
          </a:p>
        </p:txBody>
      </p:sp>
    </p:spTree>
    <p:extLst>
      <p:ext uri="{BB962C8B-B14F-4D97-AF65-F5344CB8AC3E}">
        <p14:creationId xmlns:p14="http://schemas.microsoft.com/office/powerpoint/2010/main" val="735246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64A36532-94C2-4724-A34A-4A816C3575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FE2C472-C174-4EF3-B50B-CFA95655E3F7}" type="slidenum">
              <a:rPr lang="en-US" altLang="en-US" sz="1200"/>
              <a:pPr/>
              <a:t>7</a:t>
            </a:fld>
            <a:endParaRPr lang="en-US" altLang="en-US" sz="1200"/>
          </a:p>
        </p:txBody>
      </p:sp>
      <p:sp>
        <p:nvSpPr>
          <p:cNvPr id="19459" name="Rectangle 2">
            <a:extLst>
              <a:ext uri="{FF2B5EF4-FFF2-40B4-BE49-F238E27FC236}">
                <a16:creationId xmlns:a16="http://schemas.microsoft.com/office/drawing/2014/main" id="{40B6F9B9-7BD5-46F3-8022-0F574DDAD651}"/>
              </a:ext>
            </a:extLst>
          </p:cNvPr>
          <p:cNvSpPr>
            <a:spLocks noChangeArrowheads="1" noTextEdit="1"/>
          </p:cNvSpPr>
          <p:nvPr>
            <p:ph type="sldImg"/>
          </p:nvPr>
        </p:nvSpPr>
        <p:spPr>
          <a:ln/>
        </p:spPr>
      </p:sp>
      <p:sp>
        <p:nvSpPr>
          <p:cNvPr id="19460" name="Rectangle 3">
            <a:extLst>
              <a:ext uri="{FF2B5EF4-FFF2-40B4-BE49-F238E27FC236}">
                <a16:creationId xmlns:a16="http://schemas.microsoft.com/office/drawing/2014/main" id="{07E09A98-CAC5-42DE-B17A-A04F2F7D2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5148-E85B-4A92-95F0-4713FADEFA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C8125C-2F2E-46ED-ACBE-44A62A03EE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F7459D-6362-4F9B-A584-15D34A5B782A}"/>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5" name="Footer Placeholder 4">
            <a:extLst>
              <a:ext uri="{FF2B5EF4-FFF2-40B4-BE49-F238E27FC236}">
                <a16:creationId xmlns:a16="http://schemas.microsoft.com/office/drawing/2014/main" id="{201F081D-90E1-4FB4-99FE-AAF7683EA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C2E01-0DE4-461B-82D1-6BDAA7D2E2BD}"/>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4147091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0EB49-B3EF-4271-80F8-C189A81286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204B7E-A6A8-4CF1-BF2E-889D5C224C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B17359-D0CB-43B6-B293-452784A09A81}"/>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5" name="Footer Placeholder 4">
            <a:extLst>
              <a:ext uri="{FF2B5EF4-FFF2-40B4-BE49-F238E27FC236}">
                <a16:creationId xmlns:a16="http://schemas.microsoft.com/office/drawing/2014/main" id="{6159B988-E988-4EF9-9E58-B4156E60F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728073-5FFE-496C-8BAA-50D525964824}"/>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423663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C275-AC99-4353-A8E1-4798DF30F2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0B74F1-1844-41A9-AFB1-5FA2B76DA5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0D86ED-D060-4CA0-9E0B-0BC99D5DBA11}"/>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5" name="Footer Placeholder 4">
            <a:extLst>
              <a:ext uri="{FF2B5EF4-FFF2-40B4-BE49-F238E27FC236}">
                <a16:creationId xmlns:a16="http://schemas.microsoft.com/office/drawing/2014/main" id="{7F70E072-57BD-42A2-A8E0-C1439CB087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696816-AD24-43A2-8735-551FF968E100}"/>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114210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5B1CC-3FE2-4024-B0BA-71ABB39510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87703-A98C-4CFB-8F40-57900C23FB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A9FCEF-B94C-4612-A4A9-FC9E7926ED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1CDBF8-B47A-47C9-A809-C82720AACD25}"/>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6" name="Footer Placeholder 5">
            <a:extLst>
              <a:ext uri="{FF2B5EF4-FFF2-40B4-BE49-F238E27FC236}">
                <a16:creationId xmlns:a16="http://schemas.microsoft.com/office/drawing/2014/main" id="{8C7B5F1F-36D9-4987-B9D3-7FD93E87E8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D07F5F-AFB6-47CC-A56D-B638B43970C2}"/>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1586853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DAF5-29FE-49C9-9D31-DEFA33C81C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2107CA-3C9B-42D2-9F1D-E138ED3E5C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6AD0A3-1ABA-4242-A4AE-8F16F99BE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E1EE0A-D198-4C22-A1FD-8BBA18463F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717C37-8C97-4CC9-BF11-9D3F8F4F2D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3F27FB-D196-4F47-AB5D-5EF7C6C6C0BD}"/>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8" name="Footer Placeholder 7">
            <a:extLst>
              <a:ext uri="{FF2B5EF4-FFF2-40B4-BE49-F238E27FC236}">
                <a16:creationId xmlns:a16="http://schemas.microsoft.com/office/drawing/2014/main" id="{C935B07F-DA4E-4F2E-A2FF-56DE5101EC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734732-741A-4ACC-A3BE-C03A4B97E7E7}"/>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327176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2B64F-2AA3-4CE4-8361-3C4A01E053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833638-B722-40A6-911E-2831E11F9108}"/>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4" name="Footer Placeholder 3">
            <a:extLst>
              <a:ext uri="{FF2B5EF4-FFF2-40B4-BE49-F238E27FC236}">
                <a16:creationId xmlns:a16="http://schemas.microsoft.com/office/drawing/2014/main" id="{EC203561-4806-436B-86DC-4EB343B99F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A7141C-5F8D-4983-9AF3-C35FF04812B1}"/>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2242082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5E466-8715-4C07-8CD3-08E9F561A117}"/>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3" name="Footer Placeholder 2">
            <a:extLst>
              <a:ext uri="{FF2B5EF4-FFF2-40B4-BE49-F238E27FC236}">
                <a16:creationId xmlns:a16="http://schemas.microsoft.com/office/drawing/2014/main" id="{D7EC1161-4CE5-4F85-9A65-93D5DF030B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671EBC-1A6B-4DC6-BE0E-C013A9B4BD06}"/>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2409752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E029-9703-4EE6-A84A-BC4DE84239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BC6BB8-A187-4B14-97C9-94BDCFC46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C776CC-932D-4778-9962-67E23F662F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4D59F7-F4B0-4B1C-9E82-7DB596372AD0}"/>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6" name="Footer Placeholder 5">
            <a:extLst>
              <a:ext uri="{FF2B5EF4-FFF2-40B4-BE49-F238E27FC236}">
                <a16:creationId xmlns:a16="http://schemas.microsoft.com/office/drawing/2014/main" id="{ECE54296-4252-4D45-ABAF-2A3D385C44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BF5BF0-5330-4A50-B506-528E3213C3AF}"/>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2163170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348FF-9557-4366-B988-3BAEE054C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03CECD-60B4-4AA2-A607-9A74FB510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01948F-20DE-4440-9573-1C6FAC015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FEE438-ECCA-4CC3-B0C2-C3CDF5083413}"/>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6" name="Footer Placeholder 5">
            <a:extLst>
              <a:ext uri="{FF2B5EF4-FFF2-40B4-BE49-F238E27FC236}">
                <a16:creationId xmlns:a16="http://schemas.microsoft.com/office/drawing/2014/main" id="{1FF9A696-A614-4192-BDCA-F87580B4BD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00EC32-8562-4C01-B180-06F929C4FA3F}"/>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2105022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CFD80-3FB3-4297-8AB7-A2AFBBA760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AD7784-C64B-48B0-9B1B-4B771F2D18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ABA47-B4E2-43DC-8457-3AAEEFB331A7}"/>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5" name="Footer Placeholder 4">
            <a:extLst>
              <a:ext uri="{FF2B5EF4-FFF2-40B4-BE49-F238E27FC236}">
                <a16:creationId xmlns:a16="http://schemas.microsoft.com/office/drawing/2014/main" id="{6C94EF12-34F3-4DAD-B8A2-3E4C9A0B3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0F7F57-AF9E-4DAF-91DF-C75B30218670}"/>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1238169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36CE2C-8B01-4780-92BF-A5E872750B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F4C86B-F9B4-4122-BCFA-D05E925541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1F6A7-E27D-401A-9966-5635A0EF9AD2}"/>
              </a:ext>
            </a:extLst>
          </p:cNvPr>
          <p:cNvSpPr>
            <a:spLocks noGrp="1"/>
          </p:cNvSpPr>
          <p:nvPr>
            <p:ph type="dt" sz="half" idx="10"/>
          </p:nvPr>
        </p:nvSpPr>
        <p:spPr/>
        <p:txBody>
          <a:bodyPr/>
          <a:lstStyle/>
          <a:p>
            <a:fld id="{68244DE7-B8B5-4E8E-A879-0BA4E69AC7BC}" type="datetimeFigureOut">
              <a:rPr lang="en-US" smtClean="0"/>
              <a:t>9/8/2020</a:t>
            </a:fld>
            <a:endParaRPr lang="en-US"/>
          </a:p>
        </p:txBody>
      </p:sp>
      <p:sp>
        <p:nvSpPr>
          <p:cNvPr id="5" name="Footer Placeholder 4">
            <a:extLst>
              <a:ext uri="{FF2B5EF4-FFF2-40B4-BE49-F238E27FC236}">
                <a16:creationId xmlns:a16="http://schemas.microsoft.com/office/drawing/2014/main" id="{C0F7A6F9-58F7-499D-908E-8C7F2460EF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DDEA4A-BEB3-4025-BD82-19B63D788E0F}"/>
              </a:ext>
            </a:extLst>
          </p:cNvPr>
          <p:cNvSpPr>
            <a:spLocks noGrp="1"/>
          </p:cNvSpPr>
          <p:nvPr>
            <p:ph type="sldNum" sz="quarter" idx="12"/>
          </p:nvPr>
        </p:nvSpPr>
        <p:spPr/>
        <p:txBody>
          <a:bodyPr/>
          <a:lstStyle/>
          <a:p>
            <a:fld id="{CD91D160-3665-4DB7-A6DF-CB83D5384F19}" type="slidenum">
              <a:rPr lang="en-US" smtClean="0"/>
              <a:t>‹#›</a:t>
            </a:fld>
            <a:endParaRPr lang="en-US"/>
          </a:p>
        </p:txBody>
      </p:sp>
    </p:spTree>
    <p:extLst>
      <p:ext uri="{BB962C8B-B14F-4D97-AF65-F5344CB8AC3E}">
        <p14:creationId xmlns:p14="http://schemas.microsoft.com/office/powerpoint/2010/main" val="1967687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300720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BEC25D-5A5D-4B34-85D6-6E96C26B2C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EA535C-C3DD-4C02-A669-253C0EA16B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70D841-203B-42F3-B233-AC17D02448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244DE7-B8B5-4E8E-A879-0BA4E69AC7BC}" type="datetimeFigureOut">
              <a:rPr lang="en-US" smtClean="0"/>
              <a:t>9/8/2020</a:t>
            </a:fld>
            <a:endParaRPr lang="en-US"/>
          </a:p>
        </p:txBody>
      </p:sp>
      <p:sp>
        <p:nvSpPr>
          <p:cNvPr id="5" name="Footer Placeholder 4">
            <a:extLst>
              <a:ext uri="{FF2B5EF4-FFF2-40B4-BE49-F238E27FC236}">
                <a16:creationId xmlns:a16="http://schemas.microsoft.com/office/drawing/2014/main" id="{47249E9F-9AE8-4696-A2E5-B6B98CB18C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76854C-812A-4EFC-9811-9D2423AEC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1D160-3665-4DB7-A6DF-CB83D5384F19}" type="slidenum">
              <a:rPr lang="en-US" smtClean="0"/>
              <a:t>‹#›</a:t>
            </a:fld>
            <a:endParaRPr lang="en-US"/>
          </a:p>
        </p:txBody>
      </p:sp>
    </p:spTree>
    <p:extLst>
      <p:ext uri="{BB962C8B-B14F-4D97-AF65-F5344CB8AC3E}">
        <p14:creationId xmlns:p14="http://schemas.microsoft.com/office/powerpoint/2010/main" val="78268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oftware products">
            <a:extLst>
              <a:ext uri="{FF2B5EF4-FFF2-40B4-BE49-F238E27FC236}">
                <a16:creationId xmlns:a16="http://schemas.microsoft.com/office/drawing/2014/main" id="{18FBC18F-4748-4749-973F-802EB21429BF}"/>
              </a:ext>
            </a:extLst>
          </p:cNvPr>
          <p:cNvSpPr txBox="1">
            <a:spLocks/>
          </p:cNvSpPr>
          <p:nvPr/>
        </p:nvSpPr>
        <p:spPr>
          <a:xfrm>
            <a:off x="1238576" y="2278954"/>
            <a:ext cx="9714849" cy="7571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Software products</a:t>
            </a:r>
            <a:endParaRPr lang="en-US" dirty="0"/>
          </a:p>
        </p:txBody>
      </p:sp>
      <p:sp>
        <p:nvSpPr>
          <p:cNvPr id="5" name="Software products are generic software systems that provide functionality that is useful to a range of customers.…">
            <a:extLst>
              <a:ext uri="{FF2B5EF4-FFF2-40B4-BE49-F238E27FC236}">
                <a16:creationId xmlns:a16="http://schemas.microsoft.com/office/drawing/2014/main" id="{50704804-943A-4E6D-B31F-64902C0BC603}"/>
              </a:ext>
            </a:extLst>
          </p:cNvPr>
          <p:cNvSpPr txBox="1">
            <a:spLocks/>
          </p:cNvSpPr>
          <p:nvPr/>
        </p:nvSpPr>
        <p:spPr>
          <a:xfrm>
            <a:off x="8149701" y="3633182"/>
            <a:ext cx="3065755" cy="16277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Xueyuan Gong</a:t>
            </a:r>
          </a:p>
          <a:p>
            <a:pPr marL="0" indent="0">
              <a:buNone/>
            </a:pPr>
            <a:r>
              <a:rPr lang="en-US" dirty="0"/>
              <a:t>Jinan University</a:t>
            </a:r>
          </a:p>
          <a:p>
            <a:pPr marL="0" indent="0">
              <a:buNone/>
            </a:pPr>
            <a:r>
              <a:rPr lang="en-US" dirty="0"/>
              <a:t>xygong@jnu.edu.cn</a:t>
            </a:r>
          </a:p>
        </p:txBody>
      </p:sp>
    </p:spTree>
    <p:extLst>
      <p:ext uri="{BB962C8B-B14F-4D97-AF65-F5344CB8AC3E}">
        <p14:creationId xmlns:p14="http://schemas.microsoft.com/office/powerpoint/2010/main" val="198131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74D3-56EA-419D-BAEB-973D3A2B3C8E}"/>
              </a:ext>
            </a:extLst>
          </p:cNvPr>
          <p:cNvSpPr>
            <a:spLocks noGrp="1"/>
          </p:cNvSpPr>
          <p:nvPr>
            <p:ph type="title"/>
          </p:nvPr>
        </p:nvSpPr>
        <p:spPr/>
        <p:txBody>
          <a:bodyPr/>
          <a:lstStyle/>
          <a:p>
            <a:r>
              <a:rPr lang="en-US" dirty="0"/>
              <a:t>Text Book</a:t>
            </a:r>
          </a:p>
        </p:txBody>
      </p:sp>
      <p:sp>
        <p:nvSpPr>
          <p:cNvPr id="3" name="Content Placeholder 2">
            <a:extLst>
              <a:ext uri="{FF2B5EF4-FFF2-40B4-BE49-F238E27FC236}">
                <a16:creationId xmlns:a16="http://schemas.microsoft.com/office/drawing/2014/main" id="{7B07DAC3-E73E-4A40-A122-E6EB789F7B43}"/>
              </a:ext>
            </a:extLst>
          </p:cNvPr>
          <p:cNvSpPr>
            <a:spLocks noGrp="1"/>
          </p:cNvSpPr>
          <p:nvPr>
            <p:ph idx="1"/>
          </p:nvPr>
        </p:nvSpPr>
        <p:spPr/>
        <p:txBody>
          <a:bodyPr/>
          <a:lstStyle/>
          <a:p>
            <a:r>
              <a:rPr lang="en-US" altLang="zh-CN" dirty="0"/>
              <a:t>Name: Software Engineering</a:t>
            </a:r>
          </a:p>
          <a:p>
            <a:endParaRPr lang="en-US" altLang="zh-CN" dirty="0"/>
          </a:p>
          <a:p>
            <a:r>
              <a:rPr lang="en-US" altLang="zh-CN" dirty="0"/>
              <a:t>Author: Ian</a:t>
            </a:r>
            <a:r>
              <a:rPr lang="zh-CN" altLang="en-US" dirty="0"/>
              <a:t> </a:t>
            </a:r>
            <a:r>
              <a:rPr lang="en-US" altLang="zh-CN" dirty="0"/>
              <a:t>Sommerville</a:t>
            </a:r>
          </a:p>
          <a:p>
            <a:endParaRPr lang="en-US" altLang="zh-CN" dirty="0"/>
          </a:p>
          <a:p>
            <a:r>
              <a:rPr lang="en-US" altLang="zh-CN" dirty="0"/>
              <a:t>Publisher: Pearson</a:t>
            </a:r>
            <a:endParaRPr lang="en-US" dirty="0"/>
          </a:p>
        </p:txBody>
      </p:sp>
      <p:pic>
        <p:nvPicPr>
          <p:cNvPr id="6" name="Picture 5">
            <a:extLst>
              <a:ext uri="{FF2B5EF4-FFF2-40B4-BE49-F238E27FC236}">
                <a16:creationId xmlns:a16="http://schemas.microsoft.com/office/drawing/2014/main" id="{F721C4B2-30AF-4E76-A4E6-53861EDE2C1C}"/>
              </a:ext>
            </a:extLst>
          </p:cNvPr>
          <p:cNvPicPr>
            <a:picLocks noChangeAspect="1"/>
          </p:cNvPicPr>
          <p:nvPr/>
        </p:nvPicPr>
        <p:blipFill>
          <a:blip r:embed="rId2"/>
          <a:stretch>
            <a:fillRect/>
          </a:stretch>
        </p:blipFill>
        <p:spPr>
          <a:xfrm>
            <a:off x="6643751" y="0"/>
            <a:ext cx="5548249" cy="6858000"/>
          </a:xfrm>
          <a:prstGeom prst="rect">
            <a:avLst/>
          </a:prstGeom>
        </p:spPr>
      </p:pic>
    </p:spTree>
    <p:extLst>
      <p:ext uri="{BB962C8B-B14F-4D97-AF65-F5344CB8AC3E}">
        <p14:creationId xmlns:p14="http://schemas.microsoft.com/office/powerpoint/2010/main" val="4338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4D4C-F854-4359-92C2-B8E7EFA88535}"/>
              </a:ext>
            </a:extLst>
          </p:cNvPr>
          <p:cNvSpPr>
            <a:spLocks noGrp="1"/>
          </p:cNvSpPr>
          <p:nvPr>
            <p:ph type="title"/>
          </p:nvPr>
        </p:nvSpPr>
        <p:spPr/>
        <p:txBody>
          <a:bodyPr/>
          <a:lstStyle/>
          <a:p>
            <a:r>
              <a:rPr lang="en-US" altLang="zh-CN" dirty="0"/>
              <a:t>Syllabus</a:t>
            </a:r>
            <a:endParaRPr lang="en-US" dirty="0"/>
          </a:p>
        </p:txBody>
      </p:sp>
      <p:graphicFrame>
        <p:nvGraphicFramePr>
          <p:cNvPr id="4" name="Table 5">
            <a:extLst>
              <a:ext uri="{FF2B5EF4-FFF2-40B4-BE49-F238E27FC236}">
                <a16:creationId xmlns:a16="http://schemas.microsoft.com/office/drawing/2014/main" id="{9FAEFA13-94F7-40BF-BB5C-799E004DA8C8}"/>
              </a:ext>
            </a:extLst>
          </p:cNvPr>
          <p:cNvGraphicFramePr>
            <a:graphicFrameLocks noGrp="1"/>
          </p:cNvGraphicFramePr>
          <p:nvPr>
            <p:extLst>
              <p:ext uri="{D42A27DB-BD31-4B8C-83A1-F6EECF244321}">
                <p14:modId xmlns:p14="http://schemas.microsoft.com/office/powerpoint/2010/main" val="537003783"/>
              </p:ext>
            </p:extLst>
          </p:nvPr>
        </p:nvGraphicFramePr>
        <p:xfrm>
          <a:off x="1705499" y="1760220"/>
          <a:ext cx="8781002" cy="3337560"/>
        </p:xfrm>
        <a:graphic>
          <a:graphicData uri="http://schemas.openxmlformats.org/drawingml/2006/table">
            <a:tbl>
              <a:tblPr firstRow="1" bandRow="1">
                <a:tableStyleId>{69CF1AB2-1976-4502-BF36-3FF5EA218861}</a:tableStyleId>
              </a:tblPr>
              <a:tblGrid>
                <a:gridCol w="4102470">
                  <a:extLst>
                    <a:ext uri="{9D8B030D-6E8A-4147-A177-3AD203B41FA5}">
                      <a16:colId xmlns:a16="http://schemas.microsoft.com/office/drawing/2014/main" val="2814972220"/>
                    </a:ext>
                  </a:extLst>
                </a:gridCol>
                <a:gridCol w="4678532">
                  <a:extLst>
                    <a:ext uri="{9D8B030D-6E8A-4147-A177-3AD203B41FA5}">
                      <a16:colId xmlns:a16="http://schemas.microsoft.com/office/drawing/2014/main" val="394839958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Chapter 1: Software Products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7_1: </a:t>
                      </a:r>
                      <a:r>
                        <a:rPr kumimoji="0" lang="en-US" altLang="zh-CN" sz="1800" b="0" i="0" u="none" strike="noStrike" kern="1200" cap="none" spc="0" normalizeH="0" baseline="0" noProof="0" dirty="0">
                          <a:ln>
                            <a:noFill/>
                          </a:ln>
                          <a:solidFill>
                            <a:prstClr val="black"/>
                          </a:solidFill>
                          <a:effectLst/>
                          <a:uLnTx/>
                          <a:uFillTx/>
                          <a:latin typeface="+mn-lt"/>
                          <a:ea typeface="+mn-ea"/>
                          <a:cs typeface="+mn-cs"/>
                        </a:rPr>
                        <a:t>Security and Privacy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620079359"/>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2_1: Agile Software Engineering</a:t>
                      </a:r>
                      <a:endParaRPr lang="en-US" b="0" dirty="0">
                        <a:solidFill>
                          <a:schemeClr val="tx1"/>
                        </a:solidFill>
                      </a:endParaRPr>
                    </a:p>
                  </a:txBody>
                  <a:tcPr/>
                </a:tc>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7_2: Security and Privacy</a:t>
                      </a:r>
                      <a:endParaRPr lang="en-US" b="0" dirty="0">
                        <a:solidFill>
                          <a:schemeClr val="tx1"/>
                        </a:solidFill>
                      </a:endParaRPr>
                    </a:p>
                  </a:txBody>
                  <a:tcPr/>
                </a:tc>
                <a:extLst>
                  <a:ext uri="{0D108BD9-81ED-4DB2-BD59-A6C34878D82A}">
                    <a16:rowId xmlns:a16="http://schemas.microsoft.com/office/drawing/2014/main" val="1650273712"/>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2_2: Agile Software Engineering</a:t>
                      </a:r>
                      <a:endParaRPr lang="en-US" b="0" dirty="0">
                        <a:solidFill>
                          <a:schemeClr val="tx1"/>
                        </a:solidFill>
                      </a:endParaRPr>
                    </a:p>
                  </a:txBody>
                  <a:tcPr/>
                </a:tc>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8: Reliable Programming</a:t>
                      </a:r>
                      <a:endParaRPr lang="en-US" b="0" dirty="0">
                        <a:solidFill>
                          <a:schemeClr val="tx1"/>
                        </a:solidFill>
                      </a:endParaRPr>
                    </a:p>
                  </a:txBody>
                  <a:tcPr/>
                </a:tc>
                <a:extLst>
                  <a:ext uri="{0D108BD9-81ED-4DB2-BD59-A6C34878D82A}">
                    <a16:rowId xmlns:a16="http://schemas.microsoft.com/office/drawing/2014/main" val="204855664"/>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3: Features, scenarios and stories</a:t>
                      </a:r>
                      <a:endParaRPr lang="en-US" b="0" dirty="0">
                        <a:solidFill>
                          <a:schemeClr val="tx1"/>
                        </a:solidFill>
                      </a:endParaRPr>
                    </a:p>
                  </a:txBody>
                  <a:tcPr/>
                </a:tc>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a:t>
                      </a:r>
                      <a:r>
                        <a:rPr lang="en-US" altLang="zh-CN" b="0" dirty="0">
                          <a:solidFill>
                            <a:schemeClr val="tx1"/>
                          </a:solidFill>
                        </a:rPr>
                        <a:t> 9_1: Testing</a:t>
                      </a:r>
                      <a:endParaRPr lang="en-US" b="0" dirty="0">
                        <a:solidFill>
                          <a:schemeClr val="tx1"/>
                        </a:solidFill>
                      </a:endParaRPr>
                    </a:p>
                  </a:txBody>
                  <a:tcPr/>
                </a:tc>
                <a:extLst>
                  <a:ext uri="{0D108BD9-81ED-4DB2-BD59-A6C34878D82A}">
                    <a16:rowId xmlns:a16="http://schemas.microsoft.com/office/drawing/2014/main" val="3604975860"/>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4_1: Software Architecture</a:t>
                      </a:r>
                      <a:endParaRPr lang="en-US" b="0" dirty="0">
                        <a:solidFill>
                          <a:schemeClr val="tx1"/>
                        </a:solidFill>
                      </a:endParaRPr>
                    </a:p>
                  </a:txBody>
                  <a:tcPr/>
                </a:tc>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9_2: Testing</a:t>
                      </a:r>
                      <a:endParaRPr lang="en-US" b="0" dirty="0">
                        <a:solidFill>
                          <a:schemeClr val="tx1"/>
                        </a:solidFill>
                      </a:endParaRPr>
                    </a:p>
                  </a:txBody>
                  <a:tcPr/>
                </a:tc>
                <a:extLst>
                  <a:ext uri="{0D108BD9-81ED-4DB2-BD59-A6C34878D82A}">
                    <a16:rowId xmlns:a16="http://schemas.microsoft.com/office/drawing/2014/main" val="1171844066"/>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4_2: Software Architecture</a:t>
                      </a:r>
                      <a:endParaRPr lang="en-US" b="0" dirty="0">
                        <a:solidFill>
                          <a:schemeClr val="tx1"/>
                        </a:solidFill>
                      </a:endParaRPr>
                    </a:p>
                  </a:txBody>
                  <a:tcPr/>
                </a:tc>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10_1: DevOps and Code Management</a:t>
                      </a:r>
                      <a:endParaRPr lang="en-US" b="0" dirty="0">
                        <a:solidFill>
                          <a:schemeClr val="tx1"/>
                        </a:solidFill>
                      </a:endParaRPr>
                    </a:p>
                  </a:txBody>
                  <a:tcPr/>
                </a:tc>
                <a:extLst>
                  <a:ext uri="{0D108BD9-81ED-4DB2-BD59-A6C34878D82A}">
                    <a16:rowId xmlns:a16="http://schemas.microsoft.com/office/drawing/2014/main" val="327253875"/>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5_1: Cloud-based software</a:t>
                      </a:r>
                      <a:endParaRPr lang="en-US" b="0" dirty="0">
                        <a:solidFill>
                          <a:schemeClr val="tx1"/>
                        </a:solidFill>
                      </a:endParaRPr>
                    </a:p>
                  </a:txBody>
                  <a:tcPr/>
                </a:tc>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10_2: DevOps and Code Management</a:t>
                      </a:r>
                      <a:endParaRPr lang="en-US" b="0" dirty="0">
                        <a:solidFill>
                          <a:schemeClr val="tx1"/>
                        </a:solidFill>
                      </a:endParaRPr>
                    </a:p>
                  </a:txBody>
                  <a:tcPr/>
                </a:tc>
                <a:extLst>
                  <a:ext uri="{0D108BD9-81ED-4DB2-BD59-A6C34878D82A}">
                    <a16:rowId xmlns:a16="http://schemas.microsoft.com/office/drawing/2014/main" val="2244681230"/>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5_2: Cloud-based software</a:t>
                      </a:r>
                      <a:endParaRPr lang="en-US" b="0" dirty="0">
                        <a:solidFill>
                          <a:schemeClr val="tx1"/>
                        </a:solidFill>
                      </a:endParaRPr>
                    </a:p>
                  </a:txBody>
                  <a:tcPr/>
                </a:tc>
                <a:tc>
                  <a:txBody>
                    <a:bodyPr/>
                    <a:lstStyle/>
                    <a:p>
                      <a:r>
                        <a:rPr lang="en-US" altLang="zh-CN" b="0" dirty="0">
                          <a:solidFill>
                            <a:schemeClr val="tx1"/>
                          </a:solidFill>
                        </a:rPr>
                        <a:t>Review</a:t>
                      </a:r>
                      <a:endParaRPr lang="en-US" b="0" dirty="0">
                        <a:solidFill>
                          <a:schemeClr val="tx1"/>
                        </a:solidFill>
                      </a:endParaRPr>
                    </a:p>
                  </a:txBody>
                  <a:tcPr/>
                </a:tc>
                <a:extLst>
                  <a:ext uri="{0D108BD9-81ED-4DB2-BD59-A6C34878D82A}">
                    <a16:rowId xmlns:a16="http://schemas.microsoft.com/office/drawing/2014/main" val="3697806781"/>
                  </a:ext>
                </a:extLst>
              </a:tr>
              <a:tr h="370840">
                <a:tc>
                  <a:txBody>
                    <a:bodyPr/>
                    <a:lstStyle/>
                    <a:p>
                      <a:r>
                        <a:rPr kumimoji="0" lang="en-US" altLang="zh-CN" sz="1800" b="0" i="0" u="none" strike="noStrike" kern="1200" cap="none" spc="0" normalizeH="0" baseline="0" noProof="0" dirty="0">
                          <a:ln>
                            <a:noFill/>
                          </a:ln>
                          <a:solidFill>
                            <a:prstClr val="black"/>
                          </a:solidFill>
                          <a:effectLst/>
                          <a:uLnTx/>
                          <a:uFillTx/>
                          <a:latin typeface="+mn-lt"/>
                          <a:ea typeface="+mn-ea"/>
                          <a:cs typeface="+mn-cs"/>
                        </a:rPr>
                        <a:t>Chapter </a:t>
                      </a:r>
                      <a:r>
                        <a:rPr lang="en-US" altLang="zh-CN" b="0" dirty="0">
                          <a:solidFill>
                            <a:schemeClr val="tx1"/>
                          </a:solidFill>
                        </a:rPr>
                        <a:t>6: Microservices architecture</a:t>
                      </a:r>
                      <a:endParaRPr lang="en-US" b="0" dirty="0">
                        <a:solidFill>
                          <a:schemeClr val="tx1"/>
                        </a:solidFill>
                      </a:endParaRPr>
                    </a:p>
                  </a:txBody>
                  <a:tcPr/>
                </a:tc>
                <a:tc>
                  <a:txBody>
                    <a:bodyPr/>
                    <a:lstStyle/>
                    <a:p>
                      <a:r>
                        <a:rPr lang="en-US" b="0" dirty="0">
                          <a:solidFill>
                            <a:schemeClr val="tx1"/>
                          </a:solidFill>
                        </a:rPr>
                        <a:t>Review</a:t>
                      </a:r>
                    </a:p>
                  </a:txBody>
                  <a:tcPr/>
                </a:tc>
                <a:extLst>
                  <a:ext uri="{0D108BD9-81ED-4DB2-BD59-A6C34878D82A}">
                    <a16:rowId xmlns:a16="http://schemas.microsoft.com/office/drawing/2014/main" val="529417873"/>
                  </a:ext>
                </a:extLst>
              </a:tr>
            </a:tbl>
          </a:graphicData>
        </a:graphic>
      </p:graphicFrame>
    </p:spTree>
    <p:extLst>
      <p:ext uri="{BB962C8B-B14F-4D97-AF65-F5344CB8AC3E}">
        <p14:creationId xmlns:p14="http://schemas.microsoft.com/office/powerpoint/2010/main" val="850892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3039-496E-44AD-9400-0BC15B4431EF}"/>
              </a:ext>
            </a:extLst>
          </p:cNvPr>
          <p:cNvSpPr>
            <a:spLocks noGrp="1"/>
          </p:cNvSpPr>
          <p:nvPr>
            <p:ph type="title"/>
          </p:nvPr>
        </p:nvSpPr>
        <p:spPr/>
        <p:txBody>
          <a:bodyPr/>
          <a:lstStyle/>
          <a:p>
            <a:r>
              <a:rPr lang="en-US" altLang="zh-CN" dirty="0"/>
              <a:t>Grading</a:t>
            </a:r>
            <a:endParaRPr lang="en-US" dirty="0"/>
          </a:p>
        </p:txBody>
      </p:sp>
      <p:sp>
        <p:nvSpPr>
          <p:cNvPr id="3" name="Content Placeholder 2">
            <a:extLst>
              <a:ext uri="{FF2B5EF4-FFF2-40B4-BE49-F238E27FC236}">
                <a16:creationId xmlns:a16="http://schemas.microsoft.com/office/drawing/2014/main" id="{05744216-D1F4-49A8-AC48-38D0AB9F17E7}"/>
              </a:ext>
            </a:extLst>
          </p:cNvPr>
          <p:cNvSpPr>
            <a:spLocks noGrp="1"/>
          </p:cNvSpPr>
          <p:nvPr>
            <p:ph idx="1"/>
          </p:nvPr>
        </p:nvSpPr>
        <p:spPr/>
        <p:txBody>
          <a:bodyPr/>
          <a:lstStyle/>
          <a:p>
            <a:r>
              <a:rPr lang="en-US" dirty="0"/>
              <a:t>Attendance: 10%</a:t>
            </a:r>
          </a:p>
          <a:p>
            <a:endParaRPr lang="en-US" dirty="0"/>
          </a:p>
          <a:p>
            <a:r>
              <a:rPr lang="en-US" dirty="0"/>
              <a:t>Homework: 30%</a:t>
            </a:r>
          </a:p>
          <a:p>
            <a:endParaRPr lang="en-US" dirty="0"/>
          </a:p>
          <a:p>
            <a:r>
              <a:rPr lang="en-US" dirty="0"/>
              <a:t>Final Exam: 60%</a:t>
            </a:r>
          </a:p>
          <a:p>
            <a:endParaRPr lang="en-US" dirty="0"/>
          </a:p>
          <a:p>
            <a:r>
              <a:rPr lang="en-US" dirty="0"/>
              <a:t>Total= Attendance + Homework + Final Exam</a:t>
            </a:r>
          </a:p>
        </p:txBody>
      </p:sp>
    </p:spTree>
    <p:extLst>
      <p:ext uri="{BB962C8B-B14F-4D97-AF65-F5344CB8AC3E}">
        <p14:creationId xmlns:p14="http://schemas.microsoft.com/office/powerpoint/2010/main" val="407131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11532-664E-41B3-A66C-8AD4458A01E5}"/>
              </a:ext>
            </a:extLst>
          </p:cNvPr>
          <p:cNvSpPr>
            <a:spLocks noGrp="1"/>
          </p:cNvSpPr>
          <p:nvPr>
            <p:ph type="title"/>
          </p:nvPr>
        </p:nvSpPr>
        <p:spPr/>
        <p:txBody>
          <a:bodyPr/>
          <a:lstStyle/>
          <a:p>
            <a:r>
              <a:rPr lang="en-US" altLang="en-US" dirty="0"/>
              <a:t>What is Software?</a:t>
            </a:r>
            <a:endParaRPr lang="en-US" dirty="0"/>
          </a:p>
        </p:txBody>
      </p:sp>
      <p:sp>
        <p:nvSpPr>
          <p:cNvPr id="3" name="Content Placeholder 2">
            <a:extLst>
              <a:ext uri="{FF2B5EF4-FFF2-40B4-BE49-F238E27FC236}">
                <a16:creationId xmlns:a16="http://schemas.microsoft.com/office/drawing/2014/main" id="{88863055-B26E-454F-8524-6669B3DA59CB}"/>
              </a:ext>
            </a:extLst>
          </p:cNvPr>
          <p:cNvSpPr>
            <a:spLocks noGrp="1"/>
          </p:cNvSpPr>
          <p:nvPr>
            <p:ph idx="1"/>
          </p:nvPr>
        </p:nvSpPr>
        <p:spPr/>
        <p:txBody>
          <a:bodyPr/>
          <a:lstStyle/>
          <a:p>
            <a:r>
              <a:rPr lang="en-US" altLang="en-US" i="1" dirty="0">
                <a:latin typeface="Palatino" pitchFamily="-128" charset="0"/>
              </a:rPr>
              <a:t>Software is:</a:t>
            </a:r>
          </a:p>
          <a:p>
            <a:r>
              <a:rPr lang="en-US" altLang="en-US" i="1" dirty="0">
                <a:latin typeface="Palatino" pitchFamily="-128" charset="0"/>
              </a:rPr>
              <a:t> (1) </a:t>
            </a:r>
            <a:r>
              <a:rPr lang="en-US" altLang="en-US" i="1" dirty="0">
                <a:solidFill>
                  <a:schemeClr val="folHlink"/>
                </a:solidFill>
                <a:latin typeface="Palatino" pitchFamily="-128" charset="0"/>
              </a:rPr>
              <a:t>instructions</a:t>
            </a:r>
            <a:r>
              <a:rPr lang="en-US" altLang="en-US" i="1" dirty="0">
                <a:latin typeface="Palatino" pitchFamily="-128" charset="0"/>
              </a:rPr>
              <a:t> (computer programs) that when executed provide desired features, function, and performance;  </a:t>
            </a:r>
          </a:p>
          <a:p>
            <a:r>
              <a:rPr lang="en-US" altLang="en-US" i="1" dirty="0">
                <a:latin typeface="Palatino" pitchFamily="-128" charset="0"/>
              </a:rPr>
              <a:t>(2) </a:t>
            </a:r>
            <a:r>
              <a:rPr lang="en-US" altLang="en-US" i="1" dirty="0">
                <a:solidFill>
                  <a:schemeClr val="folHlink"/>
                </a:solidFill>
                <a:latin typeface="Palatino" pitchFamily="-128" charset="0"/>
              </a:rPr>
              <a:t>data structures</a:t>
            </a:r>
            <a:r>
              <a:rPr lang="en-US" altLang="en-US" i="1" dirty="0">
                <a:latin typeface="Palatino" pitchFamily="-128" charset="0"/>
              </a:rPr>
              <a:t> that enable the programs to adequately manipulate information;</a:t>
            </a:r>
          </a:p>
          <a:p>
            <a:r>
              <a:rPr lang="en-US" altLang="en-US" i="1" dirty="0">
                <a:latin typeface="Palatino" pitchFamily="-128" charset="0"/>
              </a:rPr>
              <a:t> (3) </a:t>
            </a:r>
            <a:r>
              <a:rPr lang="en-US" altLang="en-US" i="1" dirty="0">
                <a:solidFill>
                  <a:schemeClr val="folHlink"/>
                </a:solidFill>
                <a:latin typeface="Palatino" pitchFamily="-128" charset="0"/>
              </a:rPr>
              <a:t>documentation</a:t>
            </a:r>
            <a:r>
              <a:rPr lang="en-US" altLang="en-US" i="1" dirty="0">
                <a:latin typeface="Palatino" pitchFamily="-128" charset="0"/>
              </a:rPr>
              <a:t> that describes the operation and use of the programs.</a:t>
            </a:r>
            <a:r>
              <a:rPr lang="en-US" altLang="en-US" dirty="0">
                <a:latin typeface="Palatino" pitchFamily="-128" charset="0"/>
              </a:rPr>
              <a:t> </a:t>
            </a:r>
          </a:p>
          <a:p>
            <a:endParaRPr lang="en-US" dirty="0"/>
          </a:p>
        </p:txBody>
      </p:sp>
    </p:spTree>
    <p:extLst>
      <p:ext uri="{BB962C8B-B14F-4D97-AF65-F5344CB8AC3E}">
        <p14:creationId xmlns:p14="http://schemas.microsoft.com/office/powerpoint/2010/main" val="3769546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oftware products are generic software systems that provide functionality that is useful to a range of customers.…"/>
          <p:cNvSpPr txBox="1">
            <a:spLocks noGrp="1"/>
          </p:cNvSpPr>
          <p:nvPr>
            <p:ph type="body" idx="1"/>
          </p:nvPr>
        </p:nvSpPr>
        <p:spPr>
          <a:prstGeom prst="rect">
            <a:avLst/>
          </a:prstGeom>
        </p:spPr>
        <p:txBody>
          <a:bodyPr>
            <a:normAutofit lnSpcReduction="10000"/>
          </a:bodyPr>
          <a:lstStyle/>
          <a:p>
            <a:r>
              <a:rPr dirty="0"/>
              <a:t>Software products are generic software systems that provide functionality that is useful to a range of customers.</a:t>
            </a:r>
          </a:p>
          <a:p>
            <a:r>
              <a:rPr dirty="0"/>
              <a:t>Many different types of products are available from large-scale business systems (e.g. MS Excel) through personal products (e.g. Evernote) to simple mobile phone apps and games (e.g.  </a:t>
            </a:r>
            <a:r>
              <a:rPr dirty="0" err="1"/>
              <a:t>Suduko</a:t>
            </a:r>
            <a:r>
              <a:rPr dirty="0"/>
              <a:t>).</a:t>
            </a:r>
          </a:p>
          <a:p>
            <a:r>
              <a:rPr dirty="0"/>
              <a:t>Software product engineering methods and techniques have evolved from software engineering techniques that support the development of one-off, custom software systems.</a:t>
            </a:r>
          </a:p>
          <a:p>
            <a:r>
              <a:rPr dirty="0"/>
              <a:t>Custom software systems are still important for large businesses, government and public bodies. They are developed in dedicated software projects.</a:t>
            </a:r>
          </a:p>
        </p:txBody>
      </p:sp>
      <p:sp>
        <p:nvSpPr>
          <p:cNvPr id="67" name="Software products"/>
          <p:cNvSpPr txBox="1">
            <a:spLocks noGrp="1"/>
          </p:cNvSpPr>
          <p:nvPr>
            <p:ph type="title"/>
          </p:nvPr>
        </p:nvSpPr>
        <p:spPr>
          <a:prstGeom prst="rect">
            <a:avLst/>
          </a:prstGeom>
        </p:spPr>
        <p:txBody>
          <a:bodyPr/>
          <a:lstStyle/>
          <a:p>
            <a:r>
              <a:t>Software products</a:t>
            </a:r>
          </a:p>
        </p:txBody>
      </p:sp>
      <p:sp>
        <p:nvSpPr>
          <p:cNvPr id="68"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259CEF9-EAA0-4DE3-BBD9-979F7C73BD79}"/>
              </a:ext>
            </a:extLst>
          </p:cNvPr>
          <p:cNvSpPr>
            <a:spLocks noGrp="1"/>
          </p:cNvSpPr>
          <p:nvPr>
            <p:ph type="sldNum" sz="quarter" idx="11"/>
          </p:nvPr>
        </p:nvSpPr>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E063171-927A-49C6-B790-4959AF162EB7}" type="slidenum">
              <a:rPr lang="en-US" altLang="en-US" sz="1000">
                <a:latin typeface="Helvetica" panose="020B0604020202020204" pitchFamily="34" charset="0"/>
              </a:rPr>
              <a:pPr/>
              <a:t>7</a:t>
            </a:fld>
            <a:endParaRPr lang="en-US" altLang="en-US" sz="1000">
              <a:latin typeface="Helvetica" panose="020B0604020202020204" pitchFamily="34" charset="0"/>
            </a:endParaRPr>
          </a:p>
        </p:txBody>
      </p:sp>
      <p:sp>
        <p:nvSpPr>
          <p:cNvPr id="7172" name="Rectangle 2">
            <a:extLst>
              <a:ext uri="{FF2B5EF4-FFF2-40B4-BE49-F238E27FC236}">
                <a16:creationId xmlns:a16="http://schemas.microsoft.com/office/drawing/2014/main" id="{F7B043BD-24F4-45AE-88B7-69F6744C1FD1}"/>
              </a:ext>
            </a:extLst>
          </p:cNvPr>
          <p:cNvSpPr>
            <a:spLocks noGrp="1" noChangeArrowheads="1"/>
          </p:cNvSpPr>
          <p:nvPr>
            <p:ph type="title"/>
          </p:nvPr>
        </p:nvSpPr>
        <p:spPr>
          <a:xfrm>
            <a:off x="1013619" y="715122"/>
            <a:ext cx="5011738" cy="660400"/>
          </a:xfrm>
          <a:noFill/>
        </p:spPr>
        <p:txBody>
          <a:bodyPr vert="horz" wrap="none" lIns="63500" tIns="25400" rIns="63500" bIns="25400" rtlCol="0" anchor="t">
            <a:spAutoFit/>
          </a:bodyPr>
          <a:lstStyle/>
          <a:p>
            <a:pPr eaLnBrk="1" hangingPunct="1"/>
            <a:r>
              <a:rPr lang="en-US" altLang="en-US"/>
              <a:t>Software Applications</a:t>
            </a:r>
          </a:p>
        </p:txBody>
      </p:sp>
      <p:sp>
        <p:nvSpPr>
          <p:cNvPr id="7173" name="Rectangle 3">
            <a:extLst>
              <a:ext uri="{FF2B5EF4-FFF2-40B4-BE49-F238E27FC236}">
                <a16:creationId xmlns:a16="http://schemas.microsoft.com/office/drawing/2014/main" id="{21CAFDA6-BDD0-47F8-9FE5-846C749F42A9}"/>
              </a:ext>
            </a:extLst>
          </p:cNvPr>
          <p:cNvSpPr>
            <a:spLocks noGrp="1" noChangeArrowheads="1"/>
          </p:cNvSpPr>
          <p:nvPr>
            <p:ph type="body" idx="1"/>
          </p:nvPr>
        </p:nvSpPr>
        <p:spPr>
          <a:xfrm>
            <a:off x="1013619" y="2011531"/>
            <a:ext cx="4235450" cy="3633788"/>
          </a:xfrm>
          <a:noFill/>
        </p:spPr>
        <p:txBody>
          <a:bodyPr vert="horz" lIns="90487" tIns="44450" rIns="90487" bIns="44450" rtlCol="0">
            <a:normAutofit fontScale="92500" lnSpcReduction="20000"/>
          </a:bodyPr>
          <a:lstStyle/>
          <a:p>
            <a:pPr eaLnBrk="1" hangingPunct="1">
              <a:lnSpc>
                <a:spcPct val="90000"/>
              </a:lnSpc>
            </a:pPr>
            <a:r>
              <a:rPr lang="en-US" altLang="en-US" dirty="0"/>
              <a:t>System software</a:t>
            </a:r>
          </a:p>
          <a:p>
            <a:pPr eaLnBrk="1" hangingPunct="1">
              <a:lnSpc>
                <a:spcPct val="90000"/>
              </a:lnSpc>
            </a:pPr>
            <a:r>
              <a:rPr lang="en-US" altLang="en-US" dirty="0"/>
              <a:t>Application software</a:t>
            </a:r>
          </a:p>
          <a:p>
            <a:pPr eaLnBrk="1" hangingPunct="1">
              <a:lnSpc>
                <a:spcPct val="90000"/>
              </a:lnSpc>
            </a:pPr>
            <a:r>
              <a:rPr lang="en-US" altLang="en-US" dirty="0"/>
              <a:t>Engineering/Scientific software </a:t>
            </a:r>
          </a:p>
          <a:p>
            <a:pPr eaLnBrk="1" hangingPunct="1">
              <a:lnSpc>
                <a:spcPct val="90000"/>
              </a:lnSpc>
            </a:pPr>
            <a:r>
              <a:rPr lang="en-US" altLang="en-US" dirty="0"/>
              <a:t>Embedded software </a:t>
            </a:r>
          </a:p>
          <a:p>
            <a:pPr eaLnBrk="1" hangingPunct="1">
              <a:lnSpc>
                <a:spcPct val="90000"/>
              </a:lnSpc>
            </a:pPr>
            <a:r>
              <a:rPr lang="en-US" altLang="en-US" dirty="0"/>
              <a:t>Product-line software</a:t>
            </a:r>
          </a:p>
          <a:p>
            <a:pPr eaLnBrk="1" hangingPunct="1">
              <a:lnSpc>
                <a:spcPct val="90000"/>
              </a:lnSpc>
            </a:pPr>
            <a:r>
              <a:rPr lang="en-US" altLang="en-US" dirty="0"/>
              <a:t>Web/Mobile applications)</a:t>
            </a:r>
          </a:p>
          <a:p>
            <a:pPr eaLnBrk="1" hangingPunct="1">
              <a:lnSpc>
                <a:spcPct val="90000"/>
              </a:lnSpc>
            </a:pPr>
            <a:r>
              <a:rPr lang="en-US" altLang="en-US" dirty="0"/>
              <a:t>AI software (robotics, neural nets, game playing) </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6685-B0AD-46C7-9D3D-E4D2831DEA07}"/>
              </a:ext>
            </a:extLst>
          </p:cNvPr>
          <p:cNvSpPr>
            <a:spLocks noGrp="1"/>
          </p:cNvSpPr>
          <p:nvPr>
            <p:ph type="title"/>
          </p:nvPr>
        </p:nvSpPr>
        <p:spPr/>
        <p:txBody>
          <a:bodyPr/>
          <a:lstStyle/>
          <a:p>
            <a:r>
              <a:rPr lang="en-US" altLang="en-US" dirty="0"/>
              <a:t>Wear vs. Deterioration</a:t>
            </a:r>
            <a:endParaRPr lang="en-US" dirty="0"/>
          </a:p>
        </p:txBody>
      </p:sp>
      <p:pic>
        <p:nvPicPr>
          <p:cNvPr id="5" name="Picture 4">
            <a:extLst>
              <a:ext uri="{FF2B5EF4-FFF2-40B4-BE49-F238E27FC236}">
                <a16:creationId xmlns:a16="http://schemas.microsoft.com/office/drawing/2014/main" id="{85891B06-EDD3-4E83-AABC-0E2785DE78F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7" y="2024941"/>
            <a:ext cx="6600825" cy="420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444687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Figure 1.1 Project-based software engineering"/>
          <p:cNvSpPr txBox="1">
            <a:spLocks noGrp="1"/>
          </p:cNvSpPr>
          <p:nvPr>
            <p:ph type="title"/>
          </p:nvPr>
        </p:nvSpPr>
        <p:spPr>
          <a:prstGeom prst="rect">
            <a:avLst/>
          </a:prstGeom>
        </p:spPr>
        <p:txBody>
          <a:bodyPr/>
          <a:lstStyle/>
          <a:p>
            <a:r>
              <a:t>Figure 1.1 Project-based software engineering</a:t>
            </a:r>
          </a:p>
        </p:txBody>
      </p:sp>
      <p:sp>
        <p:nvSpPr>
          <p:cNvPr id="71"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pic>
        <p:nvPicPr>
          <p:cNvPr id="3" name="Picture 2">
            <a:extLst>
              <a:ext uri="{FF2B5EF4-FFF2-40B4-BE49-F238E27FC236}">
                <a16:creationId xmlns:a16="http://schemas.microsoft.com/office/drawing/2014/main" id="{BC88F7C1-1130-CC48-B51B-2E7E9C030665}"/>
              </a:ext>
            </a:extLst>
          </p:cNvPr>
          <p:cNvPicPr>
            <a:picLocks noChangeAspect="1"/>
          </p:cNvPicPr>
          <p:nvPr/>
        </p:nvPicPr>
        <p:blipFill rotWithShape="1">
          <a:blip r:embed="rId2">
            <a:extLst>
              <a:ext uri="{28A0092B-C50C-407E-A947-70E740481C1C}">
                <a14:useLocalDpi xmlns:a14="http://schemas.microsoft.com/office/drawing/2010/main" val="0"/>
              </a:ext>
            </a:extLst>
          </a:blip>
          <a:srcRect l="18592" t="18838" r="12304" b="47883"/>
          <a:stretch/>
        </p:blipFill>
        <p:spPr>
          <a:xfrm>
            <a:off x="1893953" y="958494"/>
            <a:ext cx="8343869" cy="5738772"/>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he starting point for the software development is a set of ‘software requirements’ that are owned by an external client and which set out what they want a software system to do to support their business processes.…"/>
          <p:cNvSpPr txBox="1">
            <a:spLocks noGrp="1"/>
          </p:cNvSpPr>
          <p:nvPr>
            <p:ph type="body" idx="1"/>
          </p:nvPr>
        </p:nvSpPr>
        <p:spPr>
          <a:xfrm>
            <a:off x="838200" y="1690688"/>
            <a:ext cx="10515600" cy="4636148"/>
          </a:xfrm>
          <a:prstGeom prst="rect">
            <a:avLst/>
          </a:prstGeom>
        </p:spPr>
        <p:txBody>
          <a:bodyPr>
            <a:normAutofit lnSpcReduction="10000"/>
          </a:bodyPr>
          <a:lstStyle/>
          <a:p>
            <a:r>
              <a:rPr dirty="0"/>
              <a:t>The starting point for the software development is a set of ‘software requirements’ that are owned by an external client and which set out what they want a software system to do to support their business processes.</a:t>
            </a:r>
          </a:p>
          <a:p>
            <a:r>
              <a:rPr dirty="0"/>
              <a:t>The software is developed by a software company (the contractor) who design and implement a system that delivers functionality to meet the requirements.</a:t>
            </a:r>
          </a:p>
          <a:p>
            <a:r>
              <a:rPr dirty="0"/>
              <a:t>The customer may change the requirements at any time in response to business changes (they usually do). The contractor must change the software to reflect these requirements changes.</a:t>
            </a:r>
          </a:p>
          <a:p>
            <a:r>
              <a:rPr dirty="0"/>
              <a:t>Custom software usually has a long-lifetime (10 years or more) and it must be supported over that lifetime.</a:t>
            </a:r>
          </a:p>
        </p:txBody>
      </p:sp>
      <p:sp>
        <p:nvSpPr>
          <p:cNvPr id="75" name="Project-based software engineering"/>
          <p:cNvSpPr txBox="1">
            <a:spLocks noGrp="1"/>
          </p:cNvSpPr>
          <p:nvPr>
            <p:ph type="title"/>
          </p:nvPr>
        </p:nvSpPr>
        <p:spPr>
          <a:prstGeom prst="rect">
            <a:avLst/>
          </a:prstGeom>
        </p:spPr>
        <p:txBody>
          <a:bodyPr/>
          <a:lstStyle/>
          <a:p>
            <a:r>
              <a:t>Project-based software engineering</a:t>
            </a:r>
          </a:p>
        </p:txBody>
      </p:sp>
      <p:sp>
        <p:nvSpPr>
          <p:cNvPr id="76"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D6359B-9A25-4B4A-919F-4BC190294A68}"/>
              </a:ext>
            </a:extLst>
          </p:cNvPr>
          <p:cNvSpPr>
            <a:spLocks noGrp="1"/>
          </p:cNvSpPr>
          <p:nvPr>
            <p:ph type="body" idx="1"/>
          </p:nvPr>
        </p:nvSpPr>
        <p:spPr/>
        <p:txBody>
          <a:bodyPr/>
          <a:lstStyle/>
          <a:p>
            <a:r>
              <a:rPr lang="en-US" altLang="en-US" sz="2800" b="1" i="1" dirty="0">
                <a:solidFill>
                  <a:schemeClr val="folHlink"/>
                </a:solidFill>
                <a:latin typeface="Palatino" pitchFamily="-128" charset="0"/>
              </a:rPr>
              <a:t>Why must it change?</a:t>
            </a:r>
          </a:p>
          <a:p>
            <a:pPr lvl="1" eaLnBrk="1" hangingPunct="1">
              <a:lnSpc>
                <a:spcPct val="90000"/>
              </a:lnSpc>
              <a:spcBef>
                <a:spcPts val="200"/>
              </a:spcBef>
            </a:pPr>
            <a:r>
              <a:rPr lang="en-US" altLang="en-US" dirty="0"/>
              <a:t>software must be </a:t>
            </a:r>
            <a:r>
              <a:rPr lang="en-US" altLang="en-US" dirty="0">
                <a:solidFill>
                  <a:schemeClr val="folHlink"/>
                </a:solidFill>
              </a:rPr>
              <a:t>adapted</a:t>
            </a:r>
            <a:r>
              <a:rPr lang="en-US" altLang="en-US" dirty="0"/>
              <a:t> to meet the needs of new computing environments or technology.</a:t>
            </a:r>
          </a:p>
          <a:p>
            <a:pPr lvl="1" eaLnBrk="1" hangingPunct="1">
              <a:lnSpc>
                <a:spcPct val="90000"/>
              </a:lnSpc>
              <a:spcBef>
                <a:spcPts val="200"/>
              </a:spcBef>
            </a:pPr>
            <a:r>
              <a:rPr lang="en-US" altLang="en-US" dirty="0"/>
              <a:t>software must be </a:t>
            </a:r>
            <a:r>
              <a:rPr lang="en-US" altLang="en-US" dirty="0">
                <a:solidFill>
                  <a:schemeClr val="folHlink"/>
                </a:solidFill>
              </a:rPr>
              <a:t>enhanced</a:t>
            </a:r>
            <a:r>
              <a:rPr lang="en-US" altLang="en-US" dirty="0"/>
              <a:t> to implement new business requirements.</a:t>
            </a:r>
          </a:p>
          <a:p>
            <a:pPr lvl="1" eaLnBrk="1" hangingPunct="1">
              <a:lnSpc>
                <a:spcPct val="90000"/>
              </a:lnSpc>
            </a:pPr>
            <a:r>
              <a:rPr lang="en-US" altLang="en-US" dirty="0"/>
              <a:t>software must be </a:t>
            </a:r>
            <a:r>
              <a:rPr lang="en-US" altLang="en-US" dirty="0">
                <a:solidFill>
                  <a:schemeClr val="folHlink"/>
                </a:solidFill>
              </a:rPr>
              <a:t>extended to make it interoperable </a:t>
            </a:r>
            <a:r>
              <a:rPr lang="en-US" altLang="en-US" dirty="0"/>
              <a:t>with other more modern systems or databases.</a:t>
            </a:r>
          </a:p>
          <a:p>
            <a:pPr lvl="1" eaLnBrk="1" hangingPunct="1">
              <a:lnSpc>
                <a:spcPct val="90000"/>
              </a:lnSpc>
            </a:pPr>
            <a:r>
              <a:rPr lang="en-US" altLang="en-US" dirty="0"/>
              <a:t>software must be </a:t>
            </a:r>
            <a:r>
              <a:rPr lang="en-US" altLang="en-US" dirty="0">
                <a:solidFill>
                  <a:schemeClr val="folHlink"/>
                </a:solidFill>
              </a:rPr>
              <a:t>re-architected </a:t>
            </a:r>
            <a:r>
              <a:rPr lang="en-US" altLang="en-US" dirty="0"/>
              <a:t>to make it viable within a network environment</a:t>
            </a:r>
            <a:r>
              <a:rPr lang="en-US" altLang="en-US" sz="2400" b="1" dirty="0"/>
              <a:t>.</a:t>
            </a:r>
          </a:p>
          <a:p>
            <a:endParaRPr lang="en-US" dirty="0"/>
          </a:p>
        </p:txBody>
      </p:sp>
      <p:sp>
        <p:nvSpPr>
          <p:cNvPr id="3" name="Title 2">
            <a:extLst>
              <a:ext uri="{FF2B5EF4-FFF2-40B4-BE49-F238E27FC236}">
                <a16:creationId xmlns:a16="http://schemas.microsoft.com/office/drawing/2014/main" id="{E80E9BF0-1C22-40B3-BBC8-CF0B8D46DCA7}"/>
              </a:ext>
            </a:extLst>
          </p:cNvPr>
          <p:cNvSpPr>
            <a:spLocks noGrp="1"/>
          </p:cNvSpPr>
          <p:nvPr>
            <p:ph type="title"/>
          </p:nvPr>
        </p:nvSpPr>
        <p:spPr/>
        <p:txBody>
          <a:bodyPr/>
          <a:lstStyle/>
          <a:p>
            <a:r>
              <a:rPr lang="en-US" altLang="en-US" dirty="0"/>
              <a:t>Legacy Software</a:t>
            </a:r>
            <a:endParaRPr lang="en-US" dirty="0"/>
          </a:p>
        </p:txBody>
      </p:sp>
    </p:spTree>
    <p:extLst>
      <p:ext uri="{BB962C8B-B14F-4D97-AF65-F5344CB8AC3E}">
        <p14:creationId xmlns:p14="http://schemas.microsoft.com/office/powerpoint/2010/main" val="217804426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Figure 1.2 Product software engineering"/>
          <p:cNvSpPr txBox="1">
            <a:spLocks noGrp="1"/>
          </p:cNvSpPr>
          <p:nvPr>
            <p:ph type="title"/>
          </p:nvPr>
        </p:nvSpPr>
        <p:spPr>
          <a:prstGeom prst="rect">
            <a:avLst/>
          </a:prstGeom>
        </p:spPr>
        <p:txBody>
          <a:bodyPr/>
          <a:lstStyle/>
          <a:p>
            <a:r>
              <a:rPr dirty="0"/>
              <a:t>Figure 1.2 Product software engineering</a:t>
            </a:r>
          </a:p>
        </p:txBody>
      </p:sp>
      <p:sp>
        <p:nvSpPr>
          <p:cNvPr id="79"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pic>
        <p:nvPicPr>
          <p:cNvPr id="3" name="Picture 2">
            <a:extLst>
              <a:ext uri="{FF2B5EF4-FFF2-40B4-BE49-F238E27FC236}">
                <a16:creationId xmlns:a16="http://schemas.microsoft.com/office/drawing/2014/main" id="{1AD7A53E-DB8D-C543-8BBC-1A3CE54F909B}"/>
              </a:ext>
            </a:extLst>
          </p:cNvPr>
          <p:cNvPicPr>
            <a:picLocks noChangeAspect="1"/>
          </p:cNvPicPr>
          <p:nvPr/>
        </p:nvPicPr>
        <p:blipFill rotWithShape="1">
          <a:blip r:embed="rId2">
            <a:extLst>
              <a:ext uri="{28A0092B-C50C-407E-A947-70E740481C1C}">
                <a14:useLocalDpi xmlns:a14="http://schemas.microsoft.com/office/drawing/2010/main" val="0"/>
              </a:ext>
            </a:extLst>
          </a:blip>
          <a:srcRect t="13802" b="54452"/>
          <a:stretch/>
        </p:blipFill>
        <p:spPr>
          <a:xfrm>
            <a:off x="942492" y="1075257"/>
            <a:ext cx="10537462" cy="4777691"/>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he starting point for product development is a business opportunity that is identified by individuals or a company. They develop a software product to take advantage of this opportunity and sell this to customers.…"/>
          <p:cNvSpPr txBox="1">
            <a:spLocks noGrp="1"/>
          </p:cNvSpPr>
          <p:nvPr>
            <p:ph type="body" idx="1"/>
          </p:nvPr>
        </p:nvSpPr>
        <p:spPr>
          <a:prstGeom prst="rect">
            <a:avLst/>
          </a:prstGeom>
        </p:spPr>
        <p:txBody>
          <a:bodyPr>
            <a:normAutofit fontScale="92500" lnSpcReduction="10000"/>
          </a:bodyPr>
          <a:lstStyle/>
          <a:p>
            <a:r>
              <a:rPr dirty="0"/>
              <a:t>The starting point for product development is a business opportunity that is identified by individuals or a company. They develop a software product to take advantage of this opportunity and sell this to customers.</a:t>
            </a:r>
          </a:p>
          <a:p>
            <a:r>
              <a:rPr dirty="0"/>
              <a:t>The company who identified the opportunity design and implement a set of software features that realize the opportunity and that will be useful to customers.</a:t>
            </a:r>
          </a:p>
          <a:p>
            <a:r>
              <a:rPr dirty="0"/>
              <a:t>The software development company are responsible for deciding on the development timescale, what features to include and when the product should change. </a:t>
            </a:r>
          </a:p>
          <a:p>
            <a:r>
              <a:rPr dirty="0"/>
              <a:t>Rapid delivery of software products is essential to capture the market for that type of product.</a:t>
            </a:r>
          </a:p>
        </p:txBody>
      </p:sp>
      <p:sp>
        <p:nvSpPr>
          <p:cNvPr id="83" name="Product software engineering"/>
          <p:cNvSpPr txBox="1">
            <a:spLocks noGrp="1"/>
          </p:cNvSpPr>
          <p:nvPr>
            <p:ph type="title"/>
          </p:nvPr>
        </p:nvSpPr>
        <p:spPr>
          <a:prstGeom prst="rect">
            <a:avLst/>
          </a:prstGeom>
        </p:spPr>
        <p:txBody>
          <a:bodyPr/>
          <a:lstStyle/>
          <a:p>
            <a:r>
              <a:t>Product software engineering</a:t>
            </a:r>
          </a:p>
        </p:txBody>
      </p:sp>
      <p:sp>
        <p:nvSpPr>
          <p:cNvPr id="84"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oftware product line A set of software products that share a common core. Each member of the product line includes customer-specific adaptations and additions. Software product lines may be used to implement a custom system for a customer with specific needs that can’t be met by a generic product.…"/>
          <p:cNvSpPr txBox="1">
            <a:spLocks noGrp="1"/>
          </p:cNvSpPr>
          <p:nvPr>
            <p:ph type="body" idx="1"/>
          </p:nvPr>
        </p:nvSpPr>
        <p:spPr>
          <a:prstGeom prst="rect">
            <a:avLst/>
          </a:prstGeom>
        </p:spPr>
        <p:txBody>
          <a:bodyPr>
            <a:normAutofit fontScale="92500" lnSpcReduction="10000"/>
          </a:bodyPr>
          <a:lstStyle/>
          <a:p>
            <a:r>
              <a:rPr b="1" i="1"/>
              <a:t>Software product line</a:t>
            </a:r>
            <a:br>
              <a:rPr b="1" i="1"/>
            </a:br>
            <a:r>
              <a:t>A set of software products that share a common core. Each member of the product line includes customer-specific adaptations and additions. Software product lines may be used to implement a custom system for a customer with specific needs that can’t be met by a generic product. </a:t>
            </a:r>
          </a:p>
          <a:p>
            <a:r>
              <a:rPr b="1" i="1"/>
              <a:t>Platform</a:t>
            </a:r>
            <a:br/>
            <a:r>
              <a:t>A software (or software+hardware) product that includes functionality so that new applications can be built on it. An example of a platform that you probably use is Facebook. It provides an extensive set of product functionality but also provides support for  creating ‘Facebook apps’.  These add new features that may be used by a business or a Facebook interest group.</a:t>
            </a:r>
          </a:p>
        </p:txBody>
      </p:sp>
      <p:sp>
        <p:nvSpPr>
          <p:cNvPr id="87" name="Table 1.1 Software product lines and platforms"/>
          <p:cNvSpPr txBox="1">
            <a:spLocks noGrp="1"/>
          </p:cNvSpPr>
          <p:nvPr>
            <p:ph type="title"/>
          </p:nvPr>
        </p:nvSpPr>
        <p:spPr>
          <a:prstGeom prst="rect">
            <a:avLst/>
          </a:prstGeom>
        </p:spPr>
        <p:txBody>
          <a:bodyPr/>
          <a:lstStyle/>
          <a:p>
            <a:r>
              <a:t>Table 1.1 Software product lines and platforms</a:t>
            </a:r>
          </a:p>
        </p:txBody>
      </p:sp>
      <p:sp>
        <p:nvSpPr>
          <p:cNvPr id="88" name="Slide Number"/>
          <p:cNvSpPr txBox="1">
            <a:spLocks noGrp="1"/>
          </p:cNvSpPr>
          <p:nvPr>
            <p:ph type="sldNum" sz="quarter" idx="2"/>
          </p:nvPr>
        </p:nvSpPr>
        <p:spPr>
          <a:xfrm>
            <a:off x="10237822"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tand-alone  The software executes entirely on the customer’s computers.…"/>
          <p:cNvSpPr txBox="1">
            <a:spLocks noGrp="1"/>
          </p:cNvSpPr>
          <p:nvPr>
            <p:ph type="body" idx="1"/>
          </p:nvPr>
        </p:nvSpPr>
        <p:spPr>
          <a:prstGeom prst="rect">
            <a:avLst/>
          </a:prstGeom>
        </p:spPr>
        <p:txBody>
          <a:bodyPr/>
          <a:lstStyle/>
          <a:p>
            <a:r>
              <a:rPr b="1" i="1"/>
              <a:t>Stand-alone</a:t>
            </a:r>
            <a:r>
              <a:rPr i="1"/>
              <a:t> </a:t>
            </a:r>
            <a:r>
              <a:t> The software executes entirely on the customer’s computers.</a:t>
            </a:r>
          </a:p>
          <a:p>
            <a:r>
              <a:rPr b="1" i="1"/>
              <a:t>Hybrid</a:t>
            </a:r>
            <a:r>
              <a:t> Part of the software’s functionality is implemented on the customer’s computer but some features are implemented on the product developer’s servers.</a:t>
            </a:r>
          </a:p>
          <a:p>
            <a:r>
              <a:rPr b="1" i="1"/>
              <a:t>Software service</a:t>
            </a:r>
            <a:r>
              <a:t> All of the product’s features are implemented on the developer’s servers and the customer accesses these through a browser or a mobile app.</a:t>
            </a:r>
          </a:p>
        </p:txBody>
      </p:sp>
      <p:sp>
        <p:nvSpPr>
          <p:cNvPr id="95" name="Software execution models"/>
          <p:cNvSpPr txBox="1">
            <a:spLocks noGrp="1"/>
          </p:cNvSpPr>
          <p:nvPr>
            <p:ph type="title"/>
          </p:nvPr>
        </p:nvSpPr>
        <p:spPr>
          <a:prstGeom prst="rect">
            <a:avLst/>
          </a:prstGeom>
        </p:spPr>
        <p:txBody>
          <a:bodyPr/>
          <a:lstStyle/>
          <a:p>
            <a:r>
              <a:t>Software execution models</a:t>
            </a:r>
          </a:p>
        </p:txBody>
      </p:sp>
      <p:sp>
        <p:nvSpPr>
          <p:cNvPr id="96" name="Slide Number"/>
          <p:cNvSpPr txBox="1">
            <a:spLocks noGrp="1"/>
          </p:cNvSpPr>
          <p:nvPr>
            <p:ph type="sldNum" sz="quarter" idx="2"/>
          </p:nvPr>
        </p:nvSpPr>
        <p:spPr>
          <a:xfrm>
            <a:off x="10148525" y="6500813"/>
            <a:ext cx="139963"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Figure 1.3 Software execution models"/>
          <p:cNvSpPr txBox="1">
            <a:spLocks noGrp="1"/>
          </p:cNvSpPr>
          <p:nvPr>
            <p:ph type="title"/>
          </p:nvPr>
        </p:nvSpPr>
        <p:spPr>
          <a:prstGeom prst="rect">
            <a:avLst/>
          </a:prstGeom>
        </p:spPr>
        <p:txBody>
          <a:bodyPr/>
          <a:lstStyle/>
          <a:p>
            <a:r>
              <a:t>Figure 1.3 Software execution models</a:t>
            </a:r>
          </a:p>
        </p:txBody>
      </p:sp>
      <p:sp>
        <p:nvSpPr>
          <p:cNvPr id="9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pic>
        <p:nvPicPr>
          <p:cNvPr id="3" name="Picture 2">
            <a:extLst>
              <a:ext uri="{FF2B5EF4-FFF2-40B4-BE49-F238E27FC236}">
                <a16:creationId xmlns:a16="http://schemas.microsoft.com/office/drawing/2014/main" id="{BA9CE7B2-E808-244E-B47C-5F6BE10797D2}"/>
              </a:ext>
            </a:extLst>
          </p:cNvPr>
          <p:cNvPicPr>
            <a:picLocks noChangeAspect="1"/>
          </p:cNvPicPr>
          <p:nvPr/>
        </p:nvPicPr>
        <p:blipFill rotWithShape="1">
          <a:blip r:embed="rId2">
            <a:extLst>
              <a:ext uri="{28A0092B-C50C-407E-A947-70E740481C1C}">
                <a14:useLocalDpi xmlns:a14="http://schemas.microsoft.com/office/drawing/2010/main" val="0"/>
              </a:ext>
            </a:extLst>
          </a:blip>
          <a:srcRect t="18181" b="42410"/>
          <a:stretch/>
        </p:blipFill>
        <p:spPr>
          <a:xfrm>
            <a:off x="1906898" y="1130682"/>
            <a:ext cx="8662567" cy="4875658"/>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he key feature of product development is that there is no external customer that generates requirements and pays for the software. This is also true for other types of software development:…"/>
          <p:cNvSpPr txBox="1">
            <a:spLocks noGrp="1"/>
          </p:cNvSpPr>
          <p:nvPr>
            <p:ph type="body" idx="1"/>
          </p:nvPr>
        </p:nvSpPr>
        <p:spPr>
          <a:xfrm>
            <a:off x="1526756" y="1608704"/>
            <a:ext cx="8337573" cy="4636148"/>
          </a:xfrm>
          <a:prstGeom prst="rect">
            <a:avLst/>
          </a:prstGeom>
        </p:spPr>
        <p:txBody>
          <a:bodyPr>
            <a:normAutofit lnSpcReduction="10000"/>
          </a:bodyPr>
          <a:lstStyle/>
          <a:p>
            <a:r>
              <a:t>The key feature of product development is that there is no external customer that generates requirements and pays for the software. This is also true for other types of software development:</a:t>
            </a:r>
          </a:p>
          <a:p>
            <a:pPr lvl="1"/>
            <a:r>
              <a:rPr b="1" i="1"/>
              <a:t>Student projects</a:t>
            </a:r>
            <a:r>
              <a:t> Individuals or student groups develop software as part of their course. Given an assignment, they decide what features to include in the software.</a:t>
            </a:r>
          </a:p>
          <a:p>
            <a:pPr lvl="1"/>
            <a:r>
              <a:t> </a:t>
            </a:r>
            <a:r>
              <a:rPr b="1" i="1"/>
              <a:t>Research software</a:t>
            </a:r>
            <a:r>
              <a:t> Researchers develop software to help them answer questions that are relevant to their research.</a:t>
            </a:r>
          </a:p>
          <a:p>
            <a:pPr lvl="1"/>
            <a:r>
              <a:rPr b="1" i="1"/>
              <a:t>Internal tool development</a:t>
            </a:r>
            <a:r>
              <a:rPr b="1"/>
              <a:t> </a:t>
            </a:r>
            <a:r>
              <a:t>Software developers may develop tools to support their work - in essence, these are internal products that are not intended for customer release.</a:t>
            </a:r>
          </a:p>
        </p:txBody>
      </p:sp>
      <p:sp>
        <p:nvSpPr>
          <p:cNvPr id="103" name="Comparable software development"/>
          <p:cNvSpPr txBox="1">
            <a:spLocks noGrp="1"/>
          </p:cNvSpPr>
          <p:nvPr>
            <p:ph type="title"/>
          </p:nvPr>
        </p:nvSpPr>
        <p:spPr>
          <a:prstGeom prst="rect">
            <a:avLst/>
          </a:prstGeom>
        </p:spPr>
        <p:txBody>
          <a:bodyPr/>
          <a:lstStyle/>
          <a:p>
            <a:r>
              <a:t>Comparable software development</a:t>
            </a:r>
          </a:p>
        </p:txBody>
      </p:sp>
      <p:sp>
        <p:nvSpPr>
          <p:cNvPr id="104" name="Slide Number"/>
          <p:cNvSpPr txBox="1">
            <a:spLocks noGrp="1"/>
          </p:cNvSpPr>
          <p:nvPr>
            <p:ph type="sldNum" sz="quarter" idx="2"/>
          </p:nvPr>
        </p:nvSpPr>
        <p:spPr>
          <a:xfrm>
            <a:off x="10094791" y="6500813"/>
            <a:ext cx="193698" cy="19645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he starting point for software product development is a ‘product vision’.…"/>
          <p:cNvSpPr txBox="1">
            <a:spLocks noGrp="1"/>
          </p:cNvSpPr>
          <p:nvPr>
            <p:ph type="body" idx="1"/>
          </p:nvPr>
        </p:nvSpPr>
        <p:spPr>
          <a:prstGeom prst="rect">
            <a:avLst/>
          </a:prstGeom>
        </p:spPr>
        <p:txBody>
          <a:bodyPr/>
          <a:lstStyle/>
          <a:p>
            <a:r>
              <a:t>The starting point for software product development is a ‘product vision’.</a:t>
            </a:r>
          </a:p>
          <a:p>
            <a:r>
              <a:t>Product visions are simple statements that define the essence of the product to be developed.</a:t>
            </a:r>
          </a:p>
          <a:p>
            <a:r>
              <a:t>The product vision should answer three fundamental questions:</a:t>
            </a:r>
          </a:p>
          <a:p>
            <a:pPr lvl="1"/>
            <a:r>
              <a:t>What is the product to be developed?</a:t>
            </a:r>
          </a:p>
          <a:p>
            <a:pPr lvl="1"/>
            <a:r>
              <a:t>Who are the target customers and users?</a:t>
            </a:r>
          </a:p>
          <a:p>
            <a:pPr lvl="1"/>
            <a:r>
              <a:t>Why should customers buy this product?</a:t>
            </a:r>
          </a:p>
        </p:txBody>
      </p:sp>
      <p:sp>
        <p:nvSpPr>
          <p:cNvPr id="107" name="The product vision"/>
          <p:cNvSpPr txBox="1">
            <a:spLocks noGrp="1"/>
          </p:cNvSpPr>
          <p:nvPr>
            <p:ph type="title"/>
          </p:nvPr>
        </p:nvSpPr>
        <p:spPr>
          <a:prstGeom prst="rect">
            <a:avLst/>
          </a:prstGeom>
        </p:spPr>
        <p:txBody>
          <a:bodyPr/>
          <a:lstStyle/>
          <a:p>
            <a:r>
              <a:t>The product vision</a:t>
            </a:r>
          </a:p>
        </p:txBody>
      </p:sp>
      <p:sp>
        <p:nvSpPr>
          <p:cNvPr id="10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FOR (target customer)…"/>
          <p:cNvSpPr txBox="1">
            <a:spLocks noGrp="1"/>
          </p:cNvSpPr>
          <p:nvPr>
            <p:ph type="body" idx="1"/>
          </p:nvPr>
        </p:nvSpPr>
        <p:spPr>
          <a:prstGeom prst="rect">
            <a:avLst/>
          </a:prstGeom>
        </p:spPr>
        <p:txBody>
          <a:bodyPr/>
          <a:lstStyle/>
          <a:p>
            <a:r>
              <a:rPr dirty="0"/>
              <a:t>FOR (target customer)</a:t>
            </a:r>
          </a:p>
          <a:p>
            <a:r>
              <a:rPr dirty="0"/>
              <a:t>WHO (statement of the need or opportunity)</a:t>
            </a:r>
          </a:p>
          <a:p>
            <a:r>
              <a:rPr dirty="0"/>
              <a:t>The (PRODUCT NAME) is a (product category)</a:t>
            </a:r>
          </a:p>
          <a:p>
            <a:r>
              <a:rPr dirty="0"/>
              <a:t>THAT (key benefit, compelling reason to buy)</a:t>
            </a:r>
          </a:p>
          <a:p>
            <a:r>
              <a:rPr dirty="0"/>
              <a:t>UNLIKE (primary competitive alternative)</a:t>
            </a:r>
          </a:p>
          <a:p>
            <a:r>
              <a:rPr dirty="0"/>
              <a:t>OUR PRODUCT  (statement of primary differentiation)</a:t>
            </a:r>
          </a:p>
        </p:txBody>
      </p:sp>
      <p:sp>
        <p:nvSpPr>
          <p:cNvPr id="111" name="Moore’s vision template"/>
          <p:cNvSpPr txBox="1">
            <a:spLocks noGrp="1"/>
          </p:cNvSpPr>
          <p:nvPr>
            <p:ph type="title"/>
          </p:nvPr>
        </p:nvSpPr>
        <p:spPr>
          <a:prstGeom prst="rect">
            <a:avLst/>
          </a:prstGeom>
        </p:spPr>
        <p:txBody>
          <a:bodyPr/>
          <a:lstStyle/>
          <a:p>
            <a:r>
              <a:t>Moore’s vision template</a:t>
            </a:r>
          </a:p>
        </p:txBody>
      </p:sp>
      <p:sp>
        <p:nvSpPr>
          <p:cNvPr id="11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FOR a mid-sized company's marketing and sales departments WHO need basic CRM functionality, THE CRM-Innovator is a Web-based service THAT provides sales tracking, lead generation, and sales representative support features that improve customer relationships at critical touch points. UNLIKE other services or package software products, OUR product provides very capable services at a moderate cost.”"/>
          <p:cNvSpPr txBox="1">
            <a:spLocks noGrp="1"/>
          </p:cNvSpPr>
          <p:nvPr>
            <p:ph type="body" idx="1"/>
          </p:nvPr>
        </p:nvSpPr>
        <p:spPr>
          <a:prstGeom prst="rect">
            <a:avLst/>
          </a:prstGeom>
        </p:spPr>
        <p:txBody>
          <a:bodyPr/>
          <a:lstStyle>
            <a:lvl1pPr marL="0" indent="0">
              <a:buSzTx/>
              <a:buNone/>
            </a:lvl1pPr>
          </a:lstStyle>
          <a:p>
            <a:r>
              <a:rPr dirty="0"/>
              <a:t>“FOR a mid-sized company's marketing and sales departments WHO need basic CRM functionality, THE CRM-Innovator is a Web-based service THAT provides sales tracking, lead generation, and sales representative support features that improve customer relationships at critical touch points. UNLIKE other services or package software products, OUR product provides very capable services at a moderate cost.”</a:t>
            </a:r>
          </a:p>
        </p:txBody>
      </p:sp>
      <p:sp>
        <p:nvSpPr>
          <p:cNvPr id="115" name="Vision template example"/>
          <p:cNvSpPr txBox="1">
            <a:spLocks noGrp="1"/>
          </p:cNvSpPr>
          <p:nvPr>
            <p:ph type="title"/>
          </p:nvPr>
        </p:nvSpPr>
        <p:spPr>
          <a:prstGeom prst="rect">
            <a:avLst/>
          </a:prstGeom>
        </p:spPr>
        <p:txBody>
          <a:bodyPr/>
          <a:lstStyle/>
          <a:p>
            <a:r>
              <a:t>Vision template example</a:t>
            </a:r>
          </a:p>
        </p:txBody>
      </p:sp>
      <p:sp>
        <p:nvSpPr>
          <p:cNvPr id="1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Domain experience The product developers may work in a particular area (say marketing and sales) and understand the software support that they need. They may be frustrated by the deficiencies in the software they use and see opportunities for an improved system.…"/>
          <p:cNvSpPr txBox="1">
            <a:spLocks noGrp="1"/>
          </p:cNvSpPr>
          <p:nvPr>
            <p:ph type="body" idx="1"/>
          </p:nvPr>
        </p:nvSpPr>
        <p:spPr>
          <a:prstGeom prst="rect">
            <a:avLst/>
          </a:prstGeom>
        </p:spPr>
        <p:txBody>
          <a:bodyPr>
            <a:normAutofit fontScale="85000" lnSpcReduction="10000"/>
          </a:bodyPr>
          <a:lstStyle/>
          <a:p>
            <a:pPr defTabSz="365568">
              <a:spcBef>
                <a:spcPts val="1828"/>
              </a:spcBef>
              <a:defRPr sz="2136"/>
            </a:pPr>
            <a:r>
              <a:rPr b="1" i="1"/>
              <a:t>Domain experience</a:t>
            </a:r>
            <a:br>
              <a:rPr i="1"/>
            </a:br>
            <a:r>
              <a:t>The product developers may work in a particular area (say marketing and sales) and understand the software support that they need. They may be frustrated by the deficiencies in the software they use and see opportunities for an improved system.</a:t>
            </a:r>
          </a:p>
          <a:p>
            <a:pPr defTabSz="365568">
              <a:spcBef>
                <a:spcPts val="1828"/>
              </a:spcBef>
              <a:defRPr sz="2136"/>
            </a:pPr>
            <a:r>
              <a:rPr b="1" i="1"/>
              <a:t>Product experience</a:t>
            </a:r>
            <a:br/>
            <a:r>
              <a:t>Users of existing software (such as word processing software) may see simpler and better ways of providing comparable functionality and propose a new system that implements this. New products can take advantage of recent technological developments such as speech interfaces.</a:t>
            </a:r>
          </a:p>
          <a:p>
            <a:pPr defTabSz="365568">
              <a:spcBef>
                <a:spcPts val="1828"/>
              </a:spcBef>
              <a:defRPr sz="2136"/>
            </a:pPr>
            <a:r>
              <a:rPr b="1" i="1"/>
              <a:t>Customer experience</a:t>
            </a:r>
            <a:br/>
            <a:r>
              <a:t>The software developers may have extensive discussions with prospective customers of the product to understand the problems that they face, constraints, such as interoperability, that limit their flexibility to buy new software, and the critical attributes of the software that they need.</a:t>
            </a:r>
          </a:p>
          <a:p>
            <a:pPr defTabSz="365568">
              <a:spcBef>
                <a:spcPts val="1828"/>
              </a:spcBef>
              <a:defRPr sz="2136"/>
            </a:pPr>
            <a:r>
              <a:rPr b="1" i="1"/>
              <a:t>Prototyping and playing around</a:t>
            </a:r>
            <a:br/>
            <a:r>
              <a:t>Developers may have an idea for software but need to develop a better understanding of that idea and what might be involved in developing it into a product. They may develop a prototype system as an experiment and ‘play around’ with ideas and variations using that prototype system as a platform.</a:t>
            </a:r>
          </a:p>
        </p:txBody>
      </p:sp>
      <p:sp>
        <p:nvSpPr>
          <p:cNvPr id="119" name="Table 1.2 Information sources for developing a product vision"/>
          <p:cNvSpPr txBox="1">
            <a:spLocks noGrp="1"/>
          </p:cNvSpPr>
          <p:nvPr>
            <p:ph type="title"/>
          </p:nvPr>
        </p:nvSpPr>
        <p:spPr>
          <a:prstGeom prst="rect">
            <a:avLst/>
          </a:prstGeom>
        </p:spPr>
        <p:txBody>
          <a:bodyPr/>
          <a:lstStyle/>
          <a:p>
            <a:r>
              <a:t>Table 1.2 Information sources for developing a product vision</a:t>
            </a:r>
          </a:p>
        </p:txBody>
      </p:sp>
      <p:sp>
        <p:nvSpPr>
          <p:cNvPr id="12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FOR teachers and educators WHO need a way to help students use web-based learning resources and applications, THE iLearn system is an open learning environment THAT allows the set of resources used by classes and students to be easily configured for these students and classes by teachers themselves. UNLIKE Virtual Learning Environments, such as Moodle, the focus of iLearn is the learning process rather than the administration and management of materials, assessments and coursework. OUR product enables teachers to create subject and age-specific environments for their students using any web-based resources, such as videos, simulations and written materials that are appropriate.…"/>
          <p:cNvSpPr txBox="1">
            <a:spLocks noGrp="1"/>
          </p:cNvSpPr>
          <p:nvPr>
            <p:ph type="body" idx="1"/>
          </p:nvPr>
        </p:nvSpPr>
        <p:spPr>
          <a:prstGeom prst="rect">
            <a:avLst/>
          </a:prstGeom>
        </p:spPr>
        <p:txBody>
          <a:bodyPr>
            <a:normAutofit fontScale="92500" lnSpcReduction="20000"/>
          </a:bodyPr>
          <a:lstStyle/>
          <a:p>
            <a:r>
              <a:rPr b="1"/>
              <a:t>FOR</a:t>
            </a:r>
            <a:r>
              <a:t> teachers and educators </a:t>
            </a:r>
            <a:r>
              <a:rPr b="1"/>
              <a:t>WHO</a:t>
            </a:r>
            <a:r>
              <a:t> need a way to help students use web-based learning resources and applications, </a:t>
            </a:r>
            <a:r>
              <a:rPr b="1"/>
              <a:t>THE</a:t>
            </a:r>
            <a:r>
              <a:t> iLearn system is an open learning environment </a:t>
            </a:r>
            <a:r>
              <a:rPr b="1"/>
              <a:t>THAT</a:t>
            </a:r>
            <a:r>
              <a:t> allows the set of resources used by classes and students to be easily configured for these students and classes by teachers themselves. </a:t>
            </a:r>
            <a:r>
              <a:rPr b="1"/>
              <a:t>UNLIKE</a:t>
            </a:r>
            <a:r>
              <a:t> Virtual Learning Environments, such as Moodle, the focus of iLearn is the learning process rather than the administration and management of materials, assessments and coursework. </a:t>
            </a:r>
            <a:r>
              <a:rPr b="1"/>
              <a:t>OUR</a:t>
            </a:r>
            <a:r>
              <a:t> product enables teachers to create subject and age-specific environments for their students using any web-based resources, such as videos, simulations and written materials that are appropriate. </a:t>
            </a:r>
          </a:p>
          <a:p>
            <a:r>
              <a:t>Schools and universities are the target customers for the iLearn system as it will significantly improve the learning experience of students at relatively low cost. It will collect and process learner analytics that will reduce the costs of progress tracking and reporting.</a:t>
            </a:r>
          </a:p>
        </p:txBody>
      </p:sp>
      <p:sp>
        <p:nvSpPr>
          <p:cNvPr id="127" name="Table 1.3 A vision statement for the iLearn system"/>
          <p:cNvSpPr txBox="1">
            <a:spLocks noGrp="1"/>
          </p:cNvSpPr>
          <p:nvPr>
            <p:ph type="title"/>
          </p:nvPr>
        </p:nvSpPr>
        <p:spPr>
          <a:prstGeom prst="rect">
            <a:avLst/>
          </a:prstGeom>
        </p:spPr>
        <p:txBody>
          <a:bodyPr/>
          <a:lstStyle/>
          <a:p>
            <a:r>
              <a:t>Table 1.3 A vision statement for the iLearn system</a:t>
            </a:r>
          </a:p>
        </p:txBody>
      </p:sp>
      <p:sp>
        <p:nvSpPr>
          <p:cNvPr id="12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oftware product management is a business activity that focuses on the software products developed and sold by the business.…"/>
          <p:cNvSpPr txBox="1">
            <a:spLocks noGrp="1"/>
          </p:cNvSpPr>
          <p:nvPr>
            <p:ph type="body" idx="1"/>
          </p:nvPr>
        </p:nvSpPr>
        <p:spPr>
          <a:prstGeom prst="rect">
            <a:avLst/>
          </a:prstGeom>
        </p:spPr>
        <p:txBody>
          <a:bodyPr/>
          <a:lstStyle/>
          <a:p>
            <a:r>
              <a:t>Software product management is a business activity that focuses on the software products developed and sold by the business.</a:t>
            </a:r>
          </a:p>
          <a:p>
            <a:r>
              <a:t>Product managers (PMs) take overall responsibility for the product and are involved in planning, development and product marketing. </a:t>
            </a:r>
          </a:p>
          <a:p>
            <a:r>
              <a:t>Product managers are the interface between the organization, its customers and the software development team. They are involved at all stages of a product’s lifetime from initial conception through to withdrawal of the product from the market.</a:t>
            </a:r>
          </a:p>
          <a:p>
            <a:r>
              <a:t>Product managers must look outward to customers and potential customers rather than focus on the software being developed.</a:t>
            </a:r>
          </a:p>
        </p:txBody>
      </p:sp>
      <p:sp>
        <p:nvSpPr>
          <p:cNvPr id="131" name="Software product management"/>
          <p:cNvSpPr txBox="1">
            <a:spLocks noGrp="1"/>
          </p:cNvSpPr>
          <p:nvPr>
            <p:ph type="title"/>
          </p:nvPr>
        </p:nvSpPr>
        <p:spPr>
          <a:prstGeom prst="rect">
            <a:avLst/>
          </a:prstGeom>
        </p:spPr>
        <p:txBody>
          <a:bodyPr/>
          <a:lstStyle/>
          <a:p>
            <a:r>
              <a:t>Software product management</a:t>
            </a:r>
          </a:p>
        </p:txBody>
      </p:sp>
      <p:sp>
        <p:nvSpPr>
          <p:cNvPr id="1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Figure 1.4 Product management concerns"/>
          <p:cNvSpPr txBox="1">
            <a:spLocks noGrp="1"/>
          </p:cNvSpPr>
          <p:nvPr>
            <p:ph type="title"/>
          </p:nvPr>
        </p:nvSpPr>
        <p:spPr>
          <a:prstGeom prst="rect">
            <a:avLst/>
          </a:prstGeom>
        </p:spPr>
        <p:txBody>
          <a:bodyPr/>
          <a:lstStyle/>
          <a:p>
            <a:r>
              <a:t>Figure 1.4 Product management concerns</a:t>
            </a:r>
          </a:p>
        </p:txBody>
      </p:sp>
      <p:sp>
        <p:nvSpPr>
          <p:cNvPr id="13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24</a:t>
            </a:fld>
            <a:endParaRPr/>
          </a:p>
        </p:txBody>
      </p:sp>
      <p:pic>
        <p:nvPicPr>
          <p:cNvPr id="3" name="Picture 2">
            <a:extLst>
              <a:ext uri="{FF2B5EF4-FFF2-40B4-BE49-F238E27FC236}">
                <a16:creationId xmlns:a16="http://schemas.microsoft.com/office/drawing/2014/main" id="{D9B667F7-340F-C645-8E07-E3C650793A3B}"/>
              </a:ext>
            </a:extLst>
          </p:cNvPr>
          <p:cNvPicPr>
            <a:picLocks noChangeAspect="1"/>
          </p:cNvPicPr>
          <p:nvPr/>
        </p:nvPicPr>
        <p:blipFill rotWithShape="1">
          <a:blip r:embed="rId2">
            <a:extLst>
              <a:ext uri="{28A0092B-C50C-407E-A947-70E740481C1C}">
                <a14:useLocalDpi xmlns:a14="http://schemas.microsoft.com/office/drawing/2010/main" val="0"/>
              </a:ext>
            </a:extLst>
          </a:blip>
          <a:srcRect l="21406" t="10737" r="15118" b="60582"/>
          <a:stretch/>
        </p:blipFill>
        <p:spPr>
          <a:xfrm>
            <a:off x="1914091" y="1202483"/>
            <a:ext cx="7986528" cy="5153867"/>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Business needs  PMs have to ensure that the software being developed meets the business goals of the software development company.…"/>
          <p:cNvSpPr txBox="1">
            <a:spLocks noGrp="1"/>
          </p:cNvSpPr>
          <p:nvPr>
            <p:ph type="body" idx="1"/>
          </p:nvPr>
        </p:nvSpPr>
        <p:spPr>
          <a:prstGeom prst="rect">
            <a:avLst/>
          </a:prstGeom>
        </p:spPr>
        <p:txBody>
          <a:bodyPr/>
          <a:lstStyle/>
          <a:p>
            <a:r>
              <a:rPr b="1" i="1"/>
              <a:t>Business needs</a:t>
            </a:r>
            <a:r>
              <a:t>  PMs have to ensure that the software being developed meets the business goals of the software development company.</a:t>
            </a:r>
          </a:p>
          <a:p>
            <a:r>
              <a:rPr b="1" i="1"/>
              <a:t>Technology constrain</a:t>
            </a:r>
            <a:r>
              <a:rPr i="1"/>
              <a:t>ts</a:t>
            </a:r>
            <a:r>
              <a:t> PMs must make developers aware of technology issues that are important to customers.</a:t>
            </a:r>
          </a:p>
          <a:p>
            <a:r>
              <a:rPr b="1" i="1"/>
              <a:t>Customer experience</a:t>
            </a:r>
            <a:r>
              <a:t> PMs should be in regular contact with customers and potential customers to understand what they are looking for in a product, the types of users and their backgrounds and the ways that the product may be used.</a:t>
            </a:r>
          </a:p>
        </p:txBody>
      </p:sp>
      <p:sp>
        <p:nvSpPr>
          <p:cNvPr id="139" name="Product management concerns"/>
          <p:cNvSpPr txBox="1">
            <a:spLocks noGrp="1"/>
          </p:cNvSpPr>
          <p:nvPr>
            <p:ph type="title"/>
          </p:nvPr>
        </p:nvSpPr>
        <p:spPr>
          <a:prstGeom prst="rect">
            <a:avLst/>
          </a:prstGeom>
        </p:spPr>
        <p:txBody>
          <a:bodyPr/>
          <a:lstStyle/>
          <a:p>
            <a:r>
              <a:t>Product management concerns</a:t>
            </a:r>
          </a:p>
        </p:txBody>
      </p:sp>
      <p:sp>
        <p:nvSpPr>
          <p:cNvPr id="1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Figure 1.5 Technical interactions of product managers"/>
          <p:cNvSpPr txBox="1">
            <a:spLocks noGrp="1"/>
          </p:cNvSpPr>
          <p:nvPr>
            <p:ph type="title"/>
          </p:nvPr>
        </p:nvSpPr>
        <p:spPr>
          <a:prstGeom prst="rect">
            <a:avLst/>
          </a:prstGeom>
        </p:spPr>
        <p:txBody>
          <a:bodyPr/>
          <a:lstStyle/>
          <a:p>
            <a:r>
              <a:t>Figure 1.5 Technical interactions of product managers</a:t>
            </a:r>
          </a:p>
        </p:txBody>
      </p:sp>
      <p:sp>
        <p:nvSpPr>
          <p:cNvPr id="14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pic>
        <p:nvPicPr>
          <p:cNvPr id="3" name="Picture 2">
            <a:extLst>
              <a:ext uri="{FF2B5EF4-FFF2-40B4-BE49-F238E27FC236}">
                <a16:creationId xmlns:a16="http://schemas.microsoft.com/office/drawing/2014/main" id="{FAB215F4-305D-7645-8F87-6E92EA9C785B}"/>
              </a:ext>
            </a:extLst>
          </p:cNvPr>
          <p:cNvPicPr>
            <a:picLocks noChangeAspect="1"/>
          </p:cNvPicPr>
          <p:nvPr/>
        </p:nvPicPr>
        <p:blipFill rotWithShape="1">
          <a:blip r:embed="rId2">
            <a:extLst>
              <a:ext uri="{28A0092B-C50C-407E-A947-70E740481C1C}">
                <a14:useLocalDpi xmlns:a14="http://schemas.microsoft.com/office/drawing/2010/main" val="0"/>
              </a:ext>
            </a:extLst>
          </a:blip>
          <a:srcRect t="10956" b="48978"/>
          <a:stretch/>
        </p:blipFill>
        <p:spPr>
          <a:xfrm>
            <a:off x="1773877" y="1163939"/>
            <a:ext cx="8751248" cy="5007663"/>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roduct vision management…"/>
          <p:cNvSpPr txBox="1">
            <a:spLocks noGrp="1"/>
          </p:cNvSpPr>
          <p:nvPr>
            <p:ph type="body" idx="1"/>
          </p:nvPr>
        </p:nvSpPr>
        <p:spPr>
          <a:prstGeom prst="rect">
            <a:avLst/>
          </a:prstGeom>
        </p:spPr>
        <p:txBody>
          <a:bodyPr>
            <a:normAutofit fontScale="92500" lnSpcReduction="20000"/>
          </a:bodyPr>
          <a:lstStyle/>
          <a:p>
            <a:pPr marL="146559" indent="-146559" defTabSz="406644">
              <a:spcBef>
                <a:spcPts val="2039"/>
              </a:spcBef>
              <a:defRPr sz="2772"/>
            </a:pPr>
            <a:r>
              <a:t>Product vision management</a:t>
            </a:r>
          </a:p>
          <a:p>
            <a:pPr marL="591022" lvl="1" indent="-272779" defTabSz="406644">
              <a:spcBef>
                <a:spcPts val="1336"/>
              </a:spcBef>
              <a:defRPr sz="2376"/>
            </a:pPr>
            <a:r>
              <a:t>The product manager may be responsible for helping with the development of the product vision. The should always be responsible for managing the vision, which involves assessing and evaluating proposed changes against the product vision. They should ensure that there is no ‘vision drift’</a:t>
            </a:r>
          </a:p>
          <a:p>
            <a:pPr marL="146559" indent="-146559" defTabSz="406644">
              <a:spcBef>
                <a:spcPts val="2039"/>
              </a:spcBef>
              <a:defRPr sz="2772"/>
            </a:pPr>
            <a:r>
              <a:t>Product roadmap development</a:t>
            </a:r>
          </a:p>
          <a:p>
            <a:pPr marL="591022" lvl="1" indent="-272779" defTabSz="406644">
              <a:spcBef>
                <a:spcPts val="1336"/>
              </a:spcBef>
              <a:defRPr sz="2376"/>
            </a:pPr>
            <a:r>
              <a:t>A product roadmap is a plan for the development, release and marketing of the software. The PM should lead roadmap development and should be the ultimate authority in deciding if changes to the roadmap should be made.</a:t>
            </a:r>
          </a:p>
          <a:p>
            <a:pPr marL="146559" indent="-146559" defTabSz="406644">
              <a:spcBef>
                <a:spcPts val="2039"/>
              </a:spcBef>
              <a:defRPr sz="2772"/>
            </a:pPr>
            <a:r>
              <a:t>User story and scenario development</a:t>
            </a:r>
          </a:p>
          <a:p>
            <a:pPr marL="591022" lvl="1" indent="-272779" defTabSz="406644">
              <a:spcBef>
                <a:spcPts val="1336"/>
              </a:spcBef>
              <a:defRPr sz="2376"/>
            </a:pPr>
            <a:r>
              <a:t>User stories and scenarios are used to refine a product vision and identify product features. Based on his or her knowledge of customers, the PM should lead the development of stories and scenarios.</a:t>
            </a:r>
          </a:p>
        </p:txBody>
      </p:sp>
      <p:sp>
        <p:nvSpPr>
          <p:cNvPr id="147" name="Technical interactions of product managers"/>
          <p:cNvSpPr txBox="1">
            <a:spLocks noGrp="1"/>
          </p:cNvSpPr>
          <p:nvPr>
            <p:ph type="title"/>
          </p:nvPr>
        </p:nvSpPr>
        <p:spPr>
          <a:prstGeom prst="rect">
            <a:avLst/>
          </a:prstGeom>
        </p:spPr>
        <p:txBody>
          <a:bodyPr/>
          <a:lstStyle/>
          <a:p>
            <a:r>
              <a:t>Technical interactions of product managers</a:t>
            </a:r>
          </a:p>
        </p:txBody>
      </p:sp>
      <p:sp>
        <p:nvSpPr>
          <p:cNvPr id="1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27</a:t>
            </a:fld>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roduct backlog creation and management…"/>
          <p:cNvSpPr txBox="1">
            <a:spLocks noGrp="1"/>
          </p:cNvSpPr>
          <p:nvPr>
            <p:ph type="body" idx="1"/>
          </p:nvPr>
        </p:nvSpPr>
        <p:spPr>
          <a:prstGeom prst="rect">
            <a:avLst/>
          </a:prstGeom>
        </p:spPr>
        <p:txBody>
          <a:bodyPr>
            <a:normAutofit fontScale="92500" lnSpcReduction="20000"/>
          </a:bodyPr>
          <a:lstStyle/>
          <a:p>
            <a:pPr marL="119912" indent="-119912" defTabSz="332708">
              <a:spcBef>
                <a:spcPts val="1687"/>
              </a:spcBef>
              <a:defRPr sz="2268"/>
            </a:pPr>
            <a:r>
              <a:rPr dirty="0"/>
              <a:t>Product backlog creation and management</a:t>
            </a:r>
          </a:p>
          <a:p>
            <a:pPr marL="483563" lvl="1" indent="-223183" defTabSz="332708">
              <a:spcBef>
                <a:spcPts val="1125"/>
              </a:spcBef>
              <a:defRPr sz="1944"/>
            </a:pPr>
            <a:r>
              <a:rPr dirty="0"/>
              <a:t>The product backlog is a prioritized ‘to-do’ list of what has to be developed. PMs should be involved in creating and refining the backlog and deciding on the priority of product features to be developed.</a:t>
            </a:r>
          </a:p>
          <a:p>
            <a:pPr marL="119912" indent="-119912" defTabSz="332708">
              <a:spcBef>
                <a:spcPts val="1687"/>
              </a:spcBef>
              <a:defRPr sz="2268"/>
            </a:pPr>
            <a:r>
              <a:rPr dirty="0"/>
              <a:t>Acceptance testing</a:t>
            </a:r>
          </a:p>
          <a:p>
            <a:pPr marL="483563" lvl="1" indent="-223183" defTabSz="332708">
              <a:spcBef>
                <a:spcPts val="1125"/>
              </a:spcBef>
              <a:defRPr sz="1944"/>
            </a:pPr>
            <a:r>
              <a:rPr dirty="0"/>
              <a:t>Acceptance testing is the process of verifying that a software release meets the goals set out in the product roadmap and that the product is efficient and reliable.  The PM should be involved in developing tests of the product features that reflect how customers use the product. </a:t>
            </a:r>
          </a:p>
          <a:p>
            <a:pPr marL="119912" indent="-119912" defTabSz="332708">
              <a:spcBef>
                <a:spcPts val="1687"/>
              </a:spcBef>
              <a:defRPr sz="2268"/>
            </a:pPr>
            <a:r>
              <a:rPr dirty="0"/>
              <a:t>Customer testing</a:t>
            </a:r>
          </a:p>
          <a:p>
            <a:pPr marL="483563" lvl="1" indent="-223183" defTabSz="332708">
              <a:spcBef>
                <a:spcPts val="1125"/>
              </a:spcBef>
              <a:defRPr sz="1944"/>
            </a:pPr>
            <a:r>
              <a:rPr dirty="0"/>
              <a:t>Customer testing involves taking a release of a product to customers and getting feedback on the product’s features, usability and business. PMs are involved in selecting customers to be involved in the customer testing process and working with them during that process. </a:t>
            </a:r>
          </a:p>
          <a:p>
            <a:pPr marL="119912" indent="-119912" defTabSz="332708">
              <a:spcBef>
                <a:spcPts val="1687"/>
              </a:spcBef>
              <a:defRPr sz="2268"/>
            </a:pPr>
            <a:r>
              <a:rPr dirty="0"/>
              <a:t>User interface design</a:t>
            </a:r>
          </a:p>
          <a:p>
            <a:pPr marL="483563" lvl="1" indent="-223183" defTabSz="332708">
              <a:spcBef>
                <a:spcPts val="1125"/>
              </a:spcBef>
              <a:defRPr sz="1944"/>
            </a:pPr>
            <a:r>
              <a:rPr dirty="0"/>
              <a:t>Product managers should understand user limitations and act as surrogate users in their interactions with the development team.  They should evaluate user interface features as they are developed to check that these features are not unnecessarily complex or force users to work in an unnatural way. </a:t>
            </a:r>
          </a:p>
        </p:txBody>
      </p:sp>
      <p:sp>
        <p:nvSpPr>
          <p:cNvPr id="151" name="Technical interactions of product managers"/>
          <p:cNvSpPr txBox="1">
            <a:spLocks noGrp="1"/>
          </p:cNvSpPr>
          <p:nvPr>
            <p:ph type="title"/>
          </p:nvPr>
        </p:nvSpPr>
        <p:spPr>
          <a:prstGeom prst="rect">
            <a:avLst/>
          </a:prstGeom>
        </p:spPr>
        <p:txBody>
          <a:bodyPr/>
          <a:lstStyle/>
          <a:p>
            <a:r>
              <a:t>Technical interactions of product managers</a:t>
            </a:r>
          </a:p>
        </p:txBody>
      </p:sp>
      <p:sp>
        <p:nvSpPr>
          <p:cNvPr id="15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28</a:t>
            </a:fld>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roduct prototyping is the process of developing an early version of a product to test your ideas and to convince yourself and company funders that your product has real market potential.…"/>
          <p:cNvSpPr txBox="1">
            <a:spLocks noGrp="1"/>
          </p:cNvSpPr>
          <p:nvPr>
            <p:ph type="body" idx="1"/>
          </p:nvPr>
        </p:nvSpPr>
        <p:spPr>
          <a:prstGeom prst="rect">
            <a:avLst/>
          </a:prstGeom>
        </p:spPr>
        <p:txBody>
          <a:bodyPr>
            <a:normAutofit fontScale="92500" lnSpcReduction="20000"/>
          </a:bodyPr>
          <a:lstStyle/>
          <a:p>
            <a:pPr marL="136196" indent="-136196" defTabSz="377890">
              <a:spcBef>
                <a:spcPts val="1898"/>
              </a:spcBef>
              <a:defRPr sz="2576"/>
            </a:pPr>
            <a:r>
              <a:rPr dirty="0"/>
              <a:t>Product prototyping is the process of developing an early version of a product to test your ideas and to convince yourself and company funders that your product has real market potential.</a:t>
            </a:r>
          </a:p>
          <a:p>
            <a:pPr marL="549232" lvl="1" indent="-253491" defTabSz="377890">
              <a:spcBef>
                <a:spcPts val="1266"/>
              </a:spcBef>
              <a:defRPr sz="2208"/>
            </a:pPr>
            <a:r>
              <a:rPr dirty="0"/>
              <a:t>You may be able to write an inspiring product vision, but your potential users can only really relate to your product when they see a working version of your software. They can point out what they like and don’t like about it and make suggestions for new features.</a:t>
            </a:r>
          </a:p>
          <a:p>
            <a:pPr marL="549232" lvl="1" indent="-253491" defTabSz="377890">
              <a:spcBef>
                <a:spcPts val="1266"/>
              </a:spcBef>
              <a:defRPr sz="2208"/>
            </a:pPr>
            <a:r>
              <a:rPr dirty="0"/>
              <a:t>A prototype may be also used to help identify fundamental software components or services and to test technology. </a:t>
            </a:r>
          </a:p>
          <a:p>
            <a:pPr marL="136196" indent="-136196" defTabSz="377890">
              <a:spcBef>
                <a:spcPts val="1898"/>
              </a:spcBef>
              <a:defRPr sz="2576"/>
            </a:pPr>
            <a:r>
              <a:rPr dirty="0"/>
              <a:t>Building a prototype should be the first thing that you do when developing a software product. Your aim should be to have a working version of your software that can be used to demonstrate its key features.  </a:t>
            </a:r>
          </a:p>
          <a:p>
            <a:pPr marL="136196" indent="-136196" defTabSz="377890">
              <a:spcBef>
                <a:spcPts val="1898"/>
              </a:spcBef>
              <a:defRPr sz="2576"/>
            </a:pPr>
            <a:r>
              <a:rPr dirty="0"/>
              <a:t>You should always plan to throw-away the prototype after development and to re-implement the software, taking account of issues such as security and reliability.</a:t>
            </a:r>
          </a:p>
        </p:txBody>
      </p:sp>
      <p:sp>
        <p:nvSpPr>
          <p:cNvPr id="155" name="Product prototyping"/>
          <p:cNvSpPr txBox="1">
            <a:spLocks noGrp="1"/>
          </p:cNvSpPr>
          <p:nvPr>
            <p:ph type="title"/>
          </p:nvPr>
        </p:nvSpPr>
        <p:spPr>
          <a:prstGeom prst="rect">
            <a:avLst/>
          </a:prstGeom>
        </p:spPr>
        <p:txBody>
          <a:bodyPr/>
          <a:lstStyle/>
          <a:p>
            <a:r>
              <a:t>Product prototyping</a:t>
            </a:r>
          </a:p>
        </p:txBody>
      </p:sp>
      <p:sp>
        <p:nvSpPr>
          <p:cNvPr id="15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29</a:t>
            </a:fld>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Feasibility demonstration You create an executable system that demonstrates the new ideas in your product. The aims at this stage are to see if your ideas actually work and to show funders and/or company management the original product features that are better than those in competing products.…"/>
          <p:cNvSpPr txBox="1">
            <a:spLocks noGrp="1"/>
          </p:cNvSpPr>
          <p:nvPr>
            <p:ph type="body" idx="1"/>
          </p:nvPr>
        </p:nvSpPr>
        <p:spPr>
          <a:prstGeom prst="rect">
            <a:avLst/>
          </a:prstGeom>
        </p:spPr>
        <p:txBody>
          <a:bodyPr/>
          <a:lstStyle/>
          <a:p>
            <a:r>
              <a:rPr b="1" i="1"/>
              <a:t>Feasibility demonstration</a:t>
            </a:r>
            <a:r>
              <a:t> You create an executable system that demonstrates the new ideas in your product. The aims at this stage are to see if your ideas actually work and to show funders and/or company management the original product features that are better than those in competing products.</a:t>
            </a:r>
          </a:p>
          <a:p>
            <a:r>
              <a:rPr b="1" i="1"/>
              <a:t>Customer demonstration</a:t>
            </a:r>
            <a:r>
              <a:t> You take an existing prototype created to demonstrate feasibility and extend this with your ideas for specific customer features and how these can be realized. Before you develop this type of prototype, you need to do some user studies and have a clearer idea of your potential users and scenarios of use.</a:t>
            </a:r>
          </a:p>
        </p:txBody>
      </p:sp>
      <p:sp>
        <p:nvSpPr>
          <p:cNvPr id="159" name="Two-stage prototyping"/>
          <p:cNvSpPr txBox="1">
            <a:spLocks noGrp="1"/>
          </p:cNvSpPr>
          <p:nvPr>
            <p:ph type="title"/>
          </p:nvPr>
        </p:nvSpPr>
        <p:spPr>
          <a:prstGeom prst="rect">
            <a:avLst/>
          </a:prstGeom>
        </p:spPr>
        <p:txBody>
          <a:bodyPr/>
          <a:lstStyle/>
          <a:p>
            <a:r>
              <a:t>Two-stage prototyping</a:t>
            </a:r>
          </a:p>
        </p:txBody>
      </p:sp>
      <p:sp>
        <p:nvSpPr>
          <p:cNvPr id="16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30</a:t>
            </a:fld>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90ABC9-12C1-42EF-98A9-17018DEE24FA}"/>
              </a:ext>
            </a:extLst>
          </p:cNvPr>
          <p:cNvSpPr>
            <a:spLocks noGrp="1"/>
          </p:cNvSpPr>
          <p:nvPr>
            <p:ph type="title"/>
          </p:nvPr>
        </p:nvSpPr>
        <p:spPr>
          <a:xfrm>
            <a:off x="838200" y="2469133"/>
            <a:ext cx="10515600" cy="1325563"/>
          </a:xfrm>
        </p:spPr>
        <p:txBody>
          <a:bodyPr/>
          <a:lstStyle/>
          <a:p>
            <a:pPr algn="ctr"/>
            <a:r>
              <a:rPr lang="en-US" dirty="0"/>
              <a:t>Thank you</a:t>
            </a:r>
          </a:p>
        </p:txBody>
      </p:sp>
    </p:spTree>
    <p:extLst>
      <p:ext uri="{BB962C8B-B14F-4D97-AF65-F5344CB8AC3E}">
        <p14:creationId xmlns:p14="http://schemas.microsoft.com/office/powerpoint/2010/main" val="2582861866"/>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2344</Words>
  <Application>Microsoft Office PowerPoint</Application>
  <PresentationFormat>Widescreen</PresentationFormat>
  <Paragraphs>172</Paragraphs>
  <Slides>31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Helvetica</vt:lpstr>
      <vt:lpstr>Palatino</vt:lpstr>
      <vt:lpstr>Office Theme</vt:lpstr>
      <vt:lpstr>PowerPoint Presentation</vt:lpstr>
      <vt:lpstr>Text Book</vt:lpstr>
      <vt:lpstr>Syllabus</vt:lpstr>
      <vt:lpstr>Grading</vt:lpstr>
      <vt:lpstr>What is Software?</vt:lpstr>
      <vt:lpstr>Software products</vt:lpstr>
      <vt:lpstr>Software Applications</vt:lpstr>
      <vt:lpstr>Wear vs. Deterioration</vt:lpstr>
      <vt:lpstr>Figure 1.1 Project-based software engineering</vt:lpstr>
      <vt:lpstr>Project-based software engineering</vt:lpstr>
      <vt:lpstr>Legacy Software</vt:lpstr>
      <vt:lpstr>Figure 1.2 Product software engineering</vt:lpstr>
      <vt:lpstr>Product software engineering</vt:lpstr>
      <vt:lpstr>Table 1.1 Software product lines and platforms</vt:lpstr>
      <vt:lpstr>Software execution models</vt:lpstr>
      <vt:lpstr>Figure 1.3 Software execution models</vt:lpstr>
      <vt:lpstr>Comparable software development</vt:lpstr>
      <vt:lpstr>The product vision</vt:lpstr>
      <vt:lpstr>Moore’s vision template</vt:lpstr>
      <vt:lpstr>Vision template example</vt:lpstr>
      <vt:lpstr>Table 1.2 Information sources for developing a product vision</vt:lpstr>
      <vt:lpstr>Table 1.3 A vision statement for the iLearn system</vt:lpstr>
      <vt:lpstr>Software product management</vt:lpstr>
      <vt:lpstr>Figure 1.4 Product management concerns</vt:lpstr>
      <vt:lpstr>Product management concerns</vt:lpstr>
      <vt:lpstr>Figure 1.5 Technical interactions of product managers</vt:lpstr>
      <vt:lpstr>Technical interactions of product managers</vt:lpstr>
      <vt:lpstr>Technical interactions of product managers</vt:lpstr>
      <vt:lpstr>Product prototyping</vt:lpstr>
      <vt:lpstr>Two-stage prototyping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Xueyuan</dc:creator>
  <cp:lastModifiedBy>Xueyuan</cp:lastModifiedBy>
  <cp:revision>2</cp:revision>
  <dcterms:created xsi:type="dcterms:W3CDTF">2020-09-08T13:43:07Z</dcterms:created>
  <dcterms:modified xsi:type="dcterms:W3CDTF">2020-09-08T15:42:16Z</dcterms:modified>
</cp:coreProperties>
</file>